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7"/>
  </p:notesMasterIdLst>
  <p:sldIdLst>
    <p:sldId id="256" r:id="rId5"/>
    <p:sldId id="257" r:id="rId6"/>
    <p:sldId id="258" r:id="rId7"/>
    <p:sldId id="259" r:id="rId8"/>
    <p:sldId id="260" r:id="rId9"/>
    <p:sldId id="298" r:id="rId10"/>
    <p:sldId id="293" r:id="rId11"/>
    <p:sldId id="262" r:id="rId12"/>
    <p:sldId id="306" r:id="rId13"/>
    <p:sldId id="264" r:id="rId14"/>
    <p:sldId id="266" r:id="rId15"/>
    <p:sldId id="304" r:id="rId16"/>
    <p:sldId id="294" r:id="rId17"/>
    <p:sldId id="291" r:id="rId18"/>
    <p:sldId id="292" r:id="rId19"/>
    <p:sldId id="268" r:id="rId20"/>
    <p:sldId id="295" r:id="rId21"/>
    <p:sldId id="305" r:id="rId22"/>
    <p:sldId id="269" r:id="rId23"/>
    <p:sldId id="270" r:id="rId24"/>
    <p:sldId id="271" r:id="rId25"/>
    <p:sldId id="272" r:id="rId26"/>
    <p:sldId id="299" r:id="rId27"/>
    <p:sldId id="301" r:id="rId28"/>
    <p:sldId id="302" r:id="rId29"/>
    <p:sldId id="274" r:id="rId30"/>
    <p:sldId id="275" r:id="rId31"/>
    <p:sldId id="276" r:id="rId32"/>
    <p:sldId id="296" r:id="rId33"/>
    <p:sldId id="277" r:id="rId34"/>
    <p:sldId id="278" r:id="rId35"/>
    <p:sldId id="280" r:id="rId36"/>
    <p:sldId id="281" r:id="rId37"/>
    <p:sldId id="303" r:id="rId38"/>
    <p:sldId id="297" r:id="rId39"/>
    <p:sldId id="283" r:id="rId40"/>
    <p:sldId id="285" r:id="rId41"/>
    <p:sldId id="286" r:id="rId42"/>
    <p:sldId id="287" r:id="rId43"/>
    <p:sldId id="288" r:id="rId44"/>
    <p:sldId id="289" r:id="rId45"/>
    <p:sldId id="290" r:id="rId46"/>
  </p:sldIdLst>
  <p:sldSz cx="18288000" cy="10287000"/>
  <p:notesSz cx="6858000" cy="9144000"/>
  <p:embeddedFontLst>
    <p:embeddedFont>
      <p:font typeface="Aldhabi" panose="01000000000000000000" pitchFamily="2" charset="-78"/>
      <p:regular r:id="rId48"/>
    </p:embeddedFont>
    <p:embeddedFont>
      <p:font typeface="Arial Black" panose="020B0A04020102020204" pitchFamily="34" charset="0"/>
      <p:bold r:id="rId49"/>
    </p:embeddedFont>
    <p:embeddedFont>
      <p:font typeface="Arimo" panose="020B0604020202020204" charset="0"/>
      <p:regular r:id="rId50"/>
    </p:embeddedFont>
    <p:embeddedFont>
      <p:font typeface="Arimo Bold" panose="020B0604020202020204" charset="0"/>
      <p:regular r:id="rId51"/>
      <p:bold r:id="rId52"/>
    </p:embeddedFont>
    <p:embeddedFont>
      <p:font typeface="Noto Sans" panose="020B0502040504020204" pitchFamily="34" charset="0"/>
      <p:regular r:id="rId53"/>
      <p:bold r:id="rId54"/>
      <p:italic r:id="rId55"/>
      <p:boldItalic r:id="rId56"/>
    </p:embeddedFont>
    <p:embeddedFont>
      <p:font typeface="Noto Sans Bold" panose="020B0802040504020204" charset="0"/>
      <p:regular r:id="rId57"/>
      <p:bold r:id="rId58"/>
    </p:embeddedFont>
    <p:embeddedFont>
      <p:font typeface="Noto Sans Italics" panose="020B0604020202020204" charset="0"/>
      <p:regular r:id="rId59"/>
      <p:italic r:id="rId60"/>
    </p:embeddedFont>
    <p:embeddedFont>
      <p:font typeface="Verdana" panose="020B0604030504040204" pitchFamily="34" charset="0"/>
      <p:regular r:id="rId61"/>
      <p:bold r:id="rId62"/>
      <p:italic r:id="rId63"/>
      <p:boldItalic r:id="rId6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9D8D"/>
    <a:srgbClr val="D9D9D9"/>
    <a:srgbClr val="5680B2"/>
    <a:srgbClr val="4C75A6"/>
    <a:srgbClr val="436793"/>
    <a:srgbClr val="7A9BC3"/>
    <a:srgbClr val="9EB6D3"/>
    <a:srgbClr val="FFFFFF"/>
    <a:srgbClr val="C4D2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1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69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2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3.fntdata"/><Relationship Id="rId55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ty DIOP" userId="aa4a78fb-22c4-4daf-bce9-1b0f3f9a37fd" providerId="ADAL" clId="{A5036A50-14D3-47D5-8217-B54747B39B93}"/>
    <pc:docChg chg="undo custSel delSld modSld">
      <pc:chgData name="Betty DIOP" userId="aa4a78fb-22c4-4daf-bce9-1b0f3f9a37fd" providerId="ADAL" clId="{A5036A50-14D3-47D5-8217-B54747B39B93}" dt="2026-09-07T14:27:16.376" v="1737" actId="931"/>
      <pc:docMkLst>
        <pc:docMk/>
      </pc:docMkLst>
      <pc:sldChg chg="addSp delSp modSp mod setBg">
        <pc:chgData name="Betty DIOP" userId="aa4a78fb-22c4-4daf-bce9-1b0f3f9a37fd" providerId="ADAL" clId="{A5036A50-14D3-47D5-8217-B54747B39B93}" dt="2026-09-07T14:27:16.376" v="1737" actId="931"/>
        <pc:sldMkLst>
          <pc:docMk/>
          <pc:sldMk cId="0" sldId="256"/>
        </pc:sldMkLst>
        <pc:spChg chg="mod">
          <ac:chgData name="Betty DIOP" userId="aa4a78fb-22c4-4daf-bce9-1b0f3f9a37fd" providerId="ADAL" clId="{A5036A50-14D3-47D5-8217-B54747B39B93}" dt="2026-08-24T08:07:20.418" v="265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08:35.947" v="267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9-07T14:27:12.614" v="173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04:23.439" v="138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06:10.466" v="261" actId="20577"/>
          <ac:spMkLst>
            <pc:docMk/>
            <pc:sldMk cId="0" sldId="256"/>
            <ac:spMk id="15" creationId="{00000000-0000-0000-0000-000000000000}"/>
          </ac:spMkLst>
        </pc:spChg>
        <pc:spChg chg="add del mod">
          <ac:chgData name="Betty DIOP" userId="aa4a78fb-22c4-4daf-bce9-1b0f3f9a37fd" providerId="ADAL" clId="{A5036A50-14D3-47D5-8217-B54747B39B93}" dt="2026-09-07T14:27:10.793" v="1730" actId="47"/>
          <ac:spMkLst>
            <pc:docMk/>
            <pc:sldMk cId="0" sldId="256"/>
            <ac:spMk id="16" creationId="{1277A4D7-1F76-70BC-8B72-11BAF2B42BB3}"/>
          </ac:spMkLst>
        </pc:spChg>
        <pc:grpChg chg="mod">
          <ac:chgData name="Betty DIOP" userId="aa4a78fb-22c4-4daf-bce9-1b0f3f9a37fd" providerId="ADAL" clId="{A5036A50-14D3-47D5-8217-B54747B39B93}" dt="2026-08-24T08:07:20.418" v="265" actId="207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8:07:31.389" v="266" actId="1076"/>
          <ac:grpSpMkLst>
            <pc:docMk/>
            <pc:sldMk cId="0" sldId="256"/>
            <ac:grpSpMk id="5" creationId="{00000000-0000-0000-0000-000000000000}"/>
          </ac:grpSpMkLst>
        </pc:grpChg>
        <pc:picChg chg="add del mod">
          <ac:chgData name="Betty DIOP" userId="aa4a78fb-22c4-4daf-bce9-1b0f3f9a37fd" providerId="ADAL" clId="{A5036A50-14D3-47D5-8217-B54747B39B93}" dt="2026-09-07T14:27:16.376" v="1737" actId="931"/>
          <ac:picMkLst>
            <pc:docMk/>
            <pc:sldMk cId="0" sldId="256"/>
            <ac:picMk id="18" creationId="{11E91A89-97F4-AE36-028A-024F3DC47BF2}"/>
          </ac:picMkLst>
        </pc:picChg>
        <pc:picChg chg="add">
          <ac:chgData name="Betty DIOP" userId="aa4a78fb-22c4-4daf-bce9-1b0f3f9a37fd" providerId="ADAL" clId="{A5036A50-14D3-47D5-8217-B54747B39B93}" dt="2026-08-24T07:46:29.548" v="3" actId="22"/>
          <ac:picMkLst>
            <pc:docMk/>
            <pc:sldMk cId="0" sldId="256"/>
            <ac:picMk id="21" creationId="{21A2FF09-EC7F-3CF1-C85D-69E3D05BCA55}"/>
          </ac:picMkLst>
        </pc:picChg>
      </pc:sldChg>
      <pc:sldChg chg="addSp delSp modSp mod">
        <pc:chgData name="Betty DIOP" userId="aa4a78fb-22c4-4daf-bce9-1b0f3f9a37fd" providerId="ADAL" clId="{A5036A50-14D3-47D5-8217-B54747B39B93}" dt="2026-08-24T12:31:32.126" v="1717" actId="27918"/>
        <pc:sldMkLst>
          <pc:docMk/>
          <pc:sldMk cId="0" sldId="257"/>
        </pc:sldMkLst>
        <pc:spChg chg="mod">
          <ac:chgData name="Betty DIOP" userId="aa4a78fb-22c4-4daf-bce9-1b0f3f9a37fd" providerId="ADAL" clId="{A5036A50-14D3-47D5-8217-B54747B39B93}" dt="2026-08-24T09:55:41.685" v="1677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59:15.238" v="793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28:46.265" v="337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10:13.377" v="271" actId="20577"/>
          <ac:spMkLst>
            <pc:docMk/>
            <pc:sldMk cId="0" sldId="257"/>
            <ac:spMk id="3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10:59.944" v="281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11:11.736" v="288" actId="2057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11:16.777" v="291" actId="20577"/>
          <ac:spMkLst>
            <pc:docMk/>
            <pc:sldMk cId="0" sldId="257"/>
            <ac:spMk id="37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56:19.306" v="1685" actId="14100"/>
          <ac:grpSpMkLst>
            <pc:docMk/>
            <pc:sldMk cId="0" sldId="257"/>
            <ac:grpSpMk id="33" creationId="{00000000-0000-0000-0000-000000000000}"/>
          </ac:grpSpMkLst>
        </pc:grpChg>
        <pc:graphicFrameChg chg="add mod">
          <ac:chgData name="Betty DIOP" userId="aa4a78fb-22c4-4daf-bce9-1b0f3f9a37fd" providerId="ADAL" clId="{A5036A50-14D3-47D5-8217-B54747B39B93}" dt="2026-08-24T12:21:29.382" v="1709"/>
          <ac:graphicFrameMkLst>
            <pc:docMk/>
            <pc:sldMk cId="0" sldId="257"/>
            <ac:graphicFrameMk id="44" creationId="{91BC6774-8791-7473-25BE-DFC3B99148A4}"/>
          </ac:graphicFrameMkLst>
        </pc:graphicFrameChg>
        <pc:picChg chg="mod">
          <ac:chgData name="Betty DIOP" userId="aa4a78fb-22c4-4daf-bce9-1b0f3f9a37fd" providerId="ADAL" clId="{A5036A50-14D3-47D5-8217-B54747B39B93}" dt="2026-08-24T09:56:39.661" v="1689" actId="14100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Betty DIOP" userId="aa4a78fb-22c4-4daf-bce9-1b0f3f9a37fd" providerId="ADAL" clId="{A5036A50-14D3-47D5-8217-B54747B39B93}" dt="2026-08-24T08:19:36.327" v="333" actId="1076"/>
          <ac:picMkLst>
            <pc:docMk/>
            <pc:sldMk cId="0" sldId="257"/>
            <ac:picMk id="49" creationId="{11F5DC42-F580-B23E-8E3D-8B475792D684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8:59:26.437" v="795" actId="207"/>
        <pc:sldMkLst>
          <pc:docMk/>
          <pc:sldMk cId="0" sldId="258"/>
        </pc:sldMkLst>
        <pc:spChg chg="mod">
          <ac:chgData name="Betty DIOP" userId="aa4a78fb-22c4-4daf-bce9-1b0f3f9a37fd" providerId="ADAL" clId="{A5036A50-14D3-47D5-8217-B54747B39B93}" dt="2026-08-24T08:59:19.687" v="794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56:28.581" v="781" actId="207"/>
          <ac:spMkLst>
            <pc:docMk/>
            <pc:sldMk cId="0" sldId="258"/>
            <ac:spMk id="6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8:56:28.581" v="781" actId="207"/>
          <ac:grpSpMkLst>
            <pc:docMk/>
            <pc:sldMk cId="0" sldId="258"/>
            <ac:grpSpMk id="4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8:56:28.581" v="781" actId="207"/>
          <ac:grpSpMkLst>
            <pc:docMk/>
            <pc:sldMk cId="0" sldId="258"/>
            <ac:grpSpMk id="5" creationId="{00000000-0000-0000-0000-000000000000}"/>
          </ac:grpSpMkLst>
        </pc:grpChg>
        <pc:picChg chg="mod">
          <ac:chgData name="Betty DIOP" userId="aa4a78fb-22c4-4daf-bce9-1b0f3f9a37fd" providerId="ADAL" clId="{A5036A50-14D3-47D5-8217-B54747B39B93}" dt="2026-08-24T08:56:40.368" v="782" actId="207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8:59:26.437" v="795" actId="207"/>
          <ac:picMkLst>
            <pc:docMk/>
            <pc:sldMk cId="0" sldId="258"/>
            <ac:picMk id="12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24T08:56:14.191" v="779" actId="22"/>
          <ac:picMkLst>
            <pc:docMk/>
            <pc:sldMk cId="0" sldId="258"/>
            <ac:picMk id="46" creationId="{4F6EB305-E450-BAAD-05B3-C3C85F750EC2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8:59:35.021" v="796" actId="207"/>
        <pc:sldMkLst>
          <pc:docMk/>
          <pc:sldMk cId="0" sldId="259"/>
        </pc:sldMkLst>
        <pc:spChg chg="mod">
          <ac:chgData name="Betty DIOP" userId="aa4a78fb-22c4-4daf-bce9-1b0f3f9a37fd" providerId="ADAL" clId="{A5036A50-14D3-47D5-8217-B54747B39B93}" dt="2026-08-24T08:59:35.021" v="796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35:32.007" v="777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57:05.297" v="785" actId="207"/>
          <ac:spMkLst>
            <pc:docMk/>
            <pc:sldMk cId="0" sldId="259"/>
            <ac:spMk id="9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8:56:53.851" v="784" actId="22"/>
          <ac:picMkLst>
            <pc:docMk/>
            <pc:sldMk cId="0" sldId="259"/>
            <ac:picMk id="12" creationId="{5E4800D4-11DD-B2F1-537A-8F71735D1B45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8:59:39.520" v="797" actId="207"/>
        <pc:sldMkLst>
          <pc:docMk/>
          <pc:sldMk cId="0" sldId="260"/>
        </pc:sldMkLst>
        <pc:spChg chg="mod">
          <ac:chgData name="Betty DIOP" userId="aa4a78fb-22c4-4daf-bce9-1b0f3f9a37fd" providerId="ADAL" clId="{A5036A50-14D3-47D5-8217-B54747B39B93}" dt="2026-08-24T08:59:39.520" v="797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58:15.938" v="788" actId="207"/>
          <ac:spMkLst>
            <pc:docMk/>
            <pc:sldMk cId="0" sldId="260"/>
            <ac:spMk id="6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8:57:28.212" v="787" actId="22"/>
          <ac:picMkLst>
            <pc:docMk/>
            <pc:sldMk cId="0" sldId="260"/>
            <ac:picMk id="33" creationId="{05B3DD65-BF8F-BAFC-0A79-3B2D21B5A071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55:32.306" v="1671" actId="20577"/>
        <pc:sldMkLst>
          <pc:docMk/>
          <pc:sldMk cId="0" sldId="262"/>
        </pc:sldMkLst>
        <pc:spChg chg="mod">
          <ac:chgData name="Betty DIOP" userId="aa4a78fb-22c4-4daf-bce9-1b0f3f9a37fd" providerId="ADAL" clId="{A5036A50-14D3-47D5-8217-B54747B39B93}" dt="2026-08-24T09:16:20.449" v="1211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6:17.274" v="1210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2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2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2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3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3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3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4.983" v="1213" actId="207"/>
          <ac:spMkLst>
            <pc:docMk/>
            <pc:sldMk cId="0" sldId="262"/>
            <ac:spMk id="3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3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7:17.340" v="1214" actId="207"/>
          <ac:spMkLst>
            <pc:docMk/>
            <pc:sldMk cId="0" sldId="262"/>
            <ac:spMk id="3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5:32.306" v="1671" actId="20577"/>
          <ac:spMkLst>
            <pc:docMk/>
            <pc:sldMk cId="0" sldId="262"/>
            <ac:spMk id="36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24T09:17:11.566" v="1212" actId="207"/>
          <ac:picMkLst>
            <pc:docMk/>
            <pc:sldMk cId="0" sldId="262"/>
            <ac:picMk id="11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19.915" v="1215" actId="207"/>
          <ac:picMkLst>
            <pc:docMk/>
            <pc:sldMk cId="0" sldId="262"/>
            <ac:picMk id="12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50.080" v="1221" actId="207"/>
          <ac:picMkLst>
            <pc:docMk/>
            <pc:sldMk cId="0" sldId="262"/>
            <ac:picMk id="14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32.292" v="1216" actId="207"/>
          <ac:picMkLst>
            <pc:docMk/>
            <pc:sldMk cId="0" sldId="262"/>
            <ac:picMk id="15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35.220" v="1217" actId="207"/>
          <ac:picMkLst>
            <pc:docMk/>
            <pc:sldMk cId="0" sldId="262"/>
            <ac:picMk id="16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38.930" v="1218" actId="207"/>
          <ac:picMkLst>
            <pc:docMk/>
            <pc:sldMk cId="0" sldId="262"/>
            <ac:picMk id="18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46.711" v="1220" actId="207"/>
          <ac:picMkLst>
            <pc:docMk/>
            <pc:sldMk cId="0" sldId="262"/>
            <ac:picMk id="19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44.161" v="1219" actId="207"/>
          <ac:picMkLst>
            <pc:docMk/>
            <pc:sldMk cId="0" sldId="262"/>
            <ac:picMk id="20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52.685" v="1222" actId="207"/>
          <ac:picMkLst>
            <pc:docMk/>
            <pc:sldMk cId="0" sldId="262"/>
            <ac:picMk id="21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55.511" v="1223" actId="207"/>
          <ac:picMkLst>
            <pc:docMk/>
            <pc:sldMk cId="0" sldId="262"/>
            <ac:picMk id="22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17:59.033" v="1224" actId="207"/>
          <ac:picMkLst>
            <pc:docMk/>
            <pc:sldMk cId="0" sldId="262"/>
            <ac:picMk id="23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24T09:16:11.505" v="1209" actId="22"/>
          <ac:picMkLst>
            <pc:docMk/>
            <pc:sldMk cId="0" sldId="262"/>
            <ac:picMk id="41" creationId="{B7B74A55-D448-731E-2919-866071748067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1:37.044" v="1251" actId="207"/>
        <pc:sldMkLst>
          <pc:docMk/>
          <pc:sldMk cId="0" sldId="264"/>
        </pc:sldMkLst>
        <pc:spChg chg="mod">
          <ac:chgData name="Betty DIOP" userId="aa4a78fb-22c4-4daf-bce9-1b0f3f9a37fd" providerId="ADAL" clId="{A5036A50-14D3-47D5-8217-B54747B39B93}" dt="2026-08-24T09:21:37.044" v="1251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1:30.107" v="1250" actId="207"/>
          <ac:spMkLst>
            <pc:docMk/>
            <pc:sldMk cId="0" sldId="264"/>
            <ac:spMk id="6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21:21.914" v="1248" actId="22"/>
          <ac:picMkLst>
            <pc:docMk/>
            <pc:sldMk cId="0" sldId="264"/>
            <ac:picMk id="23" creationId="{6D08B841-E8EC-3B86-3638-729BC67424F7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6:24.496" v="1282" actId="207"/>
        <pc:sldMkLst>
          <pc:docMk/>
          <pc:sldMk cId="0" sldId="266"/>
        </pc:sldMkLst>
        <pc:spChg chg="mod">
          <ac:chgData name="Betty DIOP" userId="aa4a78fb-22c4-4daf-bce9-1b0f3f9a37fd" providerId="ADAL" clId="{A5036A50-14D3-47D5-8217-B54747B39B93}" dt="2026-08-24T09:24:46.104" v="1259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4:58.628" v="1262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6:24.496" v="1282" actId="207"/>
          <ac:spMkLst>
            <pc:docMk/>
            <pc:sldMk cId="0" sldId="266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4:51.062" v="1260" actId="2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5:18.326" v="1266" actId="207"/>
          <ac:spMkLst>
            <pc:docMk/>
            <pc:sldMk cId="0" sldId="266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26:24.496" v="1282" actId="207"/>
          <ac:grpSpMkLst>
            <pc:docMk/>
            <pc:sldMk cId="0" sldId="266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22:07.682" v="1256" actId="22"/>
          <ac:picMkLst>
            <pc:docMk/>
            <pc:sldMk cId="0" sldId="266"/>
            <ac:picMk id="18" creationId="{83182F1A-3638-97BC-FBE0-6932B1F4B491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8:57.359" v="1313" actId="207"/>
        <pc:sldMkLst>
          <pc:docMk/>
          <pc:sldMk cId="0" sldId="268"/>
        </pc:sldMkLst>
        <pc:spChg chg="mod">
          <ac:chgData name="Betty DIOP" userId="aa4a78fb-22c4-4daf-bce9-1b0f3f9a37fd" providerId="ADAL" clId="{A5036A50-14D3-47D5-8217-B54747B39B93}" dt="2026-08-24T09:28:32.120" v="1310" actId="207"/>
          <ac:spMkLst>
            <pc:docMk/>
            <pc:sldMk cId="0" sldId="268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52.866" v="1312" actId="207"/>
          <ac:spMkLst>
            <pc:docMk/>
            <pc:sldMk cId="0" sldId="268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57.359" v="1313" actId="207"/>
          <ac:spMkLst>
            <pc:docMk/>
            <pc:sldMk cId="0" sldId="268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27.243" v="1309" actId="207"/>
          <ac:spMkLst>
            <pc:docMk/>
            <pc:sldMk cId="0" sldId="268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48.422" v="1311" actId="207"/>
          <ac:spMkLst>
            <pc:docMk/>
            <pc:sldMk cId="0" sldId="268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28:22.829" v="1308" actId="22"/>
          <ac:picMkLst>
            <pc:docMk/>
            <pc:sldMk cId="0" sldId="268"/>
            <ac:picMk id="17" creationId="{1FF94FC5-1CFE-D79C-43C5-9D57B1DB1831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2:20.196" v="1344" actId="207"/>
        <pc:sldMkLst>
          <pc:docMk/>
          <pc:sldMk cId="0" sldId="269"/>
        </pc:sldMkLst>
        <pc:spChg chg="mod">
          <ac:chgData name="Betty DIOP" userId="aa4a78fb-22c4-4daf-bce9-1b0f3f9a37fd" providerId="ADAL" clId="{A5036A50-14D3-47D5-8217-B54747B39B93}" dt="2026-08-24T09:31:22.123" v="1333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2:20.196" v="1344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1:55.671" v="1338" actId="207"/>
          <ac:spMkLst>
            <pc:docMk/>
            <pc:sldMk cId="0" sldId="269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1:19.313" v="1332" actId="207"/>
          <ac:spMkLst>
            <pc:docMk/>
            <pc:sldMk cId="0" sldId="269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2:15.384" v="1343" actId="207"/>
          <ac:spMkLst>
            <pc:docMk/>
            <pc:sldMk cId="0" sldId="269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31:14.456" v="1331" actId="22"/>
          <ac:picMkLst>
            <pc:docMk/>
            <pc:sldMk cId="0" sldId="269"/>
            <ac:picMk id="17" creationId="{59A69177-9E3D-8190-330B-7426EFDE2529}"/>
          </ac:picMkLst>
        </pc:picChg>
        <pc:picChg chg="mod">
          <ac:chgData name="Betty DIOP" userId="aa4a78fb-22c4-4daf-bce9-1b0f3f9a37fd" providerId="ADAL" clId="{A5036A50-14D3-47D5-8217-B54747B39B93}" dt="2026-08-24T09:32:01.873" v="1340" actId="1076"/>
          <ac:picMkLst>
            <pc:docMk/>
            <pc:sldMk cId="0" sldId="269"/>
            <ac:picMk id="18" creationId="{73DE4BCD-53DD-422F-9384-F9F967F20DCA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4:07.430" v="1353" actId="207"/>
        <pc:sldMkLst>
          <pc:docMk/>
          <pc:sldMk cId="0" sldId="270"/>
        </pc:sldMkLst>
        <pc:spChg chg="mod">
          <ac:chgData name="Betty DIOP" userId="aa4a78fb-22c4-4daf-bce9-1b0f3f9a37fd" providerId="ADAL" clId="{A5036A50-14D3-47D5-8217-B54747B39B93}" dt="2026-08-24T09:34:07.430" v="1353" actId="207"/>
          <ac:spMkLst>
            <pc:docMk/>
            <pc:sldMk cId="0" sldId="270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3:50.170" v="1349" actId="207"/>
          <ac:spMkLst>
            <pc:docMk/>
            <pc:sldMk cId="0" sldId="270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3:43.562" v="1347" actId="207"/>
          <ac:spMkLst>
            <pc:docMk/>
            <pc:sldMk cId="0" sldId="270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4:04.527" v="1352" actId="207"/>
          <ac:spMkLst>
            <pc:docMk/>
            <pc:sldMk cId="0" sldId="270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33:38.711" v="1346" actId="22"/>
          <ac:picMkLst>
            <pc:docMk/>
            <pc:sldMk cId="0" sldId="270"/>
            <ac:picMk id="17" creationId="{8F892C57-7949-2FDC-C6B3-7D45EB62C6FD}"/>
          </ac:picMkLst>
        </pc:picChg>
        <pc:picChg chg="mod">
          <ac:chgData name="Betty DIOP" userId="aa4a78fb-22c4-4daf-bce9-1b0f3f9a37fd" providerId="ADAL" clId="{A5036A50-14D3-47D5-8217-B54747B39B93}" dt="2026-08-24T09:33:55.506" v="1351" actId="14100"/>
          <ac:picMkLst>
            <pc:docMk/>
            <pc:sldMk cId="0" sldId="270"/>
            <ac:picMk id="18" creationId="{81C56238-4342-409B-9996-7CAFC7523CCD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4:27.126" v="1358" actId="207"/>
        <pc:sldMkLst>
          <pc:docMk/>
          <pc:sldMk cId="0" sldId="271"/>
        </pc:sldMkLst>
        <pc:spChg chg="mod">
          <ac:chgData name="Betty DIOP" userId="aa4a78fb-22c4-4daf-bce9-1b0f3f9a37fd" providerId="ADAL" clId="{A5036A50-14D3-47D5-8217-B54747B39B93}" dt="2026-08-24T09:34:27.126" v="1358" actId="207"/>
          <ac:spMkLst>
            <pc:docMk/>
            <pc:sldMk cId="0" sldId="271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4:24.328" v="1357" actId="207"/>
          <ac:spMkLst>
            <pc:docMk/>
            <pc:sldMk cId="0" sldId="271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4:19.183" v="1356" actId="207"/>
          <ac:spMkLst>
            <pc:docMk/>
            <pc:sldMk cId="0" sldId="271"/>
            <ac:spMk id="9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34:15.556" v="1355" actId="22"/>
          <ac:picMkLst>
            <pc:docMk/>
            <pc:sldMk cId="0" sldId="271"/>
            <ac:picMk id="18" creationId="{2CEE9BFE-3A3B-023D-8D91-558C155D391A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6:11.240" v="1369" actId="207"/>
        <pc:sldMkLst>
          <pc:docMk/>
          <pc:sldMk cId="0" sldId="272"/>
        </pc:sldMkLst>
        <pc:spChg chg="mod">
          <ac:chgData name="Betty DIOP" userId="aa4a78fb-22c4-4daf-bce9-1b0f3f9a37fd" providerId="ADAL" clId="{A5036A50-14D3-47D5-8217-B54747B39B93}" dt="2026-08-24T09:34:45.884" v="1362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02.986" v="1366" actId="207"/>
          <ac:spMkLst>
            <pc:docMk/>
            <pc:sldMk cId="0" sldId="272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11.240" v="1369" actId="207"/>
          <ac:spMkLst>
            <pc:docMk/>
            <pc:sldMk cId="0" sldId="272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4:41.949" v="1361" actId="207"/>
          <ac:spMkLst>
            <pc:docMk/>
            <pc:sldMk cId="0" sldId="272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5:59.210" v="1365" actId="207"/>
          <ac:spMkLst>
            <pc:docMk/>
            <pc:sldMk cId="0" sldId="272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36:11.240" v="1369" actId="207"/>
          <ac:grpSpMkLst>
            <pc:docMk/>
            <pc:sldMk cId="0" sldId="272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34:38.204" v="1360" actId="22"/>
          <ac:picMkLst>
            <pc:docMk/>
            <pc:sldMk cId="0" sldId="272"/>
            <ac:picMk id="17" creationId="{949DDAF0-8E9D-56F2-3410-3D2C1B79CD15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9:49.207" v="1411" actId="1076"/>
        <pc:sldMkLst>
          <pc:docMk/>
          <pc:sldMk cId="0" sldId="274"/>
        </pc:sldMkLst>
        <pc:spChg chg="mod">
          <ac:chgData name="Betty DIOP" userId="aa4a78fb-22c4-4daf-bce9-1b0f3f9a37fd" providerId="ADAL" clId="{A5036A50-14D3-47D5-8217-B54747B39B93}" dt="2026-08-24T09:38:54.622" v="1400" actId="207"/>
          <ac:spMkLst>
            <pc:docMk/>
            <pc:sldMk cId="0" sldId="274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8:57.672" v="1401" actId="207"/>
          <ac:spMkLst>
            <pc:docMk/>
            <pc:sldMk cId="0" sldId="274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9:44.745" v="1410" actId="207"/>
          <ac:spMkLst>
            <pc:docMk/>
            <pc:sldMk cId="0" sldId="274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8:52.660" v="1399" actId="207"/>
          <ac:spMkLst>
            <pc:docMk/>
            <pc:sldMk cId="0" sldId="274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9:29.473" v="1408" actId="207"/>
          <ac:spMkLst>
            <pc:docMk/>
            <pc:sldMk cId="0" sldId="274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39:44.745" v="1410" actId="207"/>
          <ac:grpSpMkLst>
            <pc:docMk/>
            <pc:sldMk cId="0" sldId="274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38:49.055" v="1398" actId="22"/>
          <ac:picMkLst>
            <pc:docMk/>
            <pc:sldMk cId="0" sldId="274"/>
            <ac:picMk id="17" creationId="{3BEC2F37-9B8A-F76C-0294-0CAABE0F7076}"/>
          </ac:picMkLst>
        </pc:picChg>
        <pc:picChg chg="mod">
          <ac:chgData name="Betty DIOP" userId="aa4a78fb-22c4-4daf-bce9-1b0f3f9a37fd" providerId="ADAL" clId="{A5036A50-14D3-47D5-8217-B54747B39B93}" dt="2026-08-24T09:39:49.207" v="1411" actId="1076"/>
          <ac:picMkLst>
            <pc:docMk/>
            <pc:sldMk cId="0" sldId="274"/>
            <ac:picMk id="2050" creationId="{79ACECBC-E6B0-44E2-B65D-663878AECDB2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0:16.036" v="1418" actId="207"/>
        <pc:sldMkLst>
          <pc:docMk/>
          <pc:sldMk cId="0" sldId="275"/>
        </pc:sldMkLst>
        <pc:spChg chg="mod">
          <ac:chgData name="Betty DIOP" userId="aa4a78fb-22c4-4daf-bce9-1b0f3f9a37fd" providerId="ADAL" clId="{A5036A50-14D3-47D5-8217-B54747B39B93}" dt="2026-08-24T09:40:12.028" v="1416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16.036" v="1418" actId="207"/>
          <ac:spMkLst>
            <pc:docMk/>
            <pc:sldMk cId="0" sldId="275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00.792" v="1414" actId="207"/>
          <ac:spMkLst>
            <pc:docMk/>
            <pc:sldMk cId="0" sldId="275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08.920" v="1415" actId="207"/>
          <ac:spMkLst>
            <pc:docMk/>
            <pc:sldMk cId="0" sldId="275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39:56.894" v="1413" actId="22"/>
          <ac:picMkLst>
            <pc:docMk/>
            <pc:sldMk cId="0" sldId="275"/>
            <ac:picMk id="17" creationId="{4BBA162F-5159-1E26-C6B7-797EC1E7A7EF}"/>
          </ac:picMkLst>
        </pc:picChg>
        <pc:picChg chg="mod">
          <ac:chgData name="Betty DIOP" userId="aa4a78fb-22c4-4daf-bce9-1b0f3f9a37fd" providerId="ADAL" clId="{A5036A50-14D3-47D5-8217-B54747B39B93}" dt="2026-08-24T09:40:13.046" v="1417" actId="1076"/>
          <ac:picMkLst>
            <pc:docMk/>
            <pc:sldMk cId="0" sldId="275"/>
            <ac:picMk id="18" creationId="{3AF7EA5E-E448-4053-845E-E108740A1194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0:45.354" v="1429" actId="207"/>
        <pc:sldMkLst>
          <pc:docMk/>
          <pc:sldMk cId="0" sldId="276"/>
        </pc:sldMkLst>
        <pc:spChg chg="mod">
          <ac:chgData name="Betty DIOP" userId="aa4a78fb-22c4-4daf-bce9-1b0f3f9a37fd" providerId="ADAL" clId="{A5036A50-14D3-47D5-8217-B54747B39B93}" dt="2026-08-24T09:40:24.092" v="1422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38.178" v="1425" actId="207"/>
          <ac:spMkLst>
            <pc:docMk/>
            <pc:sldMk cId="0" sldId="276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33.683" v="1424" actId="207"/>
          <ac:spMkLst>
            <pc:docMk/>
            <pc:sldMk cId="0" sldId="276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29.761" v="1423" actId="207"/>
          <ac:spMkLst>
            <pc:docMk/>
            <pc:sldMk cId="0" sldId="276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45.354" v="1429" actId="207"/>
          <ac:spMkLst>
            <pc:docMk/>
            <pc:sldMk cId="0" sldId="276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40:33.683" v="1424" actId="207"/>
          <ac:grpSpMkLst>
            <pc:docMk/>
            <pc:sldMk cId="0" sldId="276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40:20.566" v="1421" actId="22"/>
          <ac:picMkLst>
            <pc:docMk/>
            <pc:sldMk cId="0" sldId="276"/>
            <ac:picMk id="17" creationId="{DA278C22-D0A1-BA74-E367-5F6B789EB07E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1:29.125" v="1442" actId="207"/>
        <pc:sldMkLst>
          <pc:docMk/>
          <pc:sldMk cId="0" sldId="277"/>
        </pc:sldMkLst>
        <pc:spChg chg="mod">
          <ac:chgData name="Betty DIOP" userId="aa4a78fb-22c4-4daf-bce9-1b0f3f9a37fd" providerId="ADAL" clId="{A5036A50-14D3-47D5-8217-B54747B39B93}" dt="2026-08-24T09:41:29.125" v="1442" actId="207"/>
          <ac:spMkLst>
            <pc:docMk/>
            <pc:sldMk cId="0" sldId="277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17.196" v="1437" actId="207"/>
          <ac:spMkLst>
            <pc:docMk/>
            <pc:sldMk cId="0" sldId="277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27.173" v="1441" actId="207"/>
          <ac:spMkLst>
            <pc:docMk/>
            <pc:sldMk cId="0" sldId="277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23.880" v="1440" actId="207"/>
          <ac:spMkLst>
            <pc:docMk/>
            <pc:sldMk cId="0" sldId="277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14.174" v="1436" actId="207"/>
          <ac:spMkLst>
            <pc:docMk/>
            <pc:sldMk cId="0" sldId="277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41:27.173" v="1441" actId="207"/>
          <ac:grpSpMkLst>
            <pc:docMk/>
            <pc:sldMk cId="0" sldId="277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41:19.581" v="1439" actId="22"/>
          <ac:picMkLst>
            <pc:docMk/>
            <pc:sldMk cId="0" sldId="277"/>
            <ac:picMk id="18" creationId="{DEE1AE04-4D0C-863D-160C-4989AAEF33E8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1:50.366" v="1449" actId="207"/>
        <pc:sldMkLst>
          <pc:docMk/>
          <pc:sldMk cId="0" sldId="278"/>
        </pc:sldMkLst>
        <pc:spChg chg="mod">
          <ac:chgData name="Betty DIOP" userId="aa4a78fb-22c4-4daf-bce9-1b0f3f9a37fd" providerId="ADAL" clId="{A5036A50-14D3-47D5-8217-B54747B39B93}" dt="2026-08-24T09:41:38.347" v="1445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45.690" v="1448" actId="207"/>
          <ac:spMkLst>
            <pc:docMk/>
            <pc:sldMk cId="0" sldId="278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43.545" v="1447" actId="207"/>
          <ac:spMkLst>
            <pc:docMk/>
            <pc:sldMk cId="0" sldId="278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40.620" v="1446" actId="207"/>
          <ac:spMkLst>
            <pc:docMk/>
            <pc:sldMk cId="0" sldId="278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50.366" v="1449" actId="207"/>
          <ac:spMkLst>
            <pc:docMk/>
            <pc:sldMk cId="0" sldId="278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41:43.545" v="1447" actId="207"/>
          <ac:grpSpMkLst>
            <pc:docMk/>
            <pc:sldMk cId="0" sldId="278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41:35.462" v="1444" actId="22"/>
          <ac:picMkLst>
            <pc:docMk/>
            <pc:sldMk cId="0" sldId="278"/>
            <ac:picMk id="18" creationId="{A2258397-2CFD-C7D0-7EDF-00BD52DCFB58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3:08.435" v="1463" actId="207"/>
        <pc:sldMkLst>
          <pc:docMk/>
          <pc:sldMk cId="0" sldId="280"/>
        </pc:sldMkLst>
        <pc:spChg chg="mod">
          <ac:chgData name="Betty DIOP" userId="aa4a78fb-22c4-4daf-bce9-1b0f3f9a37fd" providerId="ADAL" clId="{A5036A50-14D3-47D5-8217-B54747B39B93}" dt="2026-08-24T09:42:26.736" v="1460" actId="207"/>
          <ac:spMkLst>
            <pc:docMk/>
            <pc:sldMk cId="0" sldId="280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2:24.661" v="1459" actId="207"/>
          <ac:spMkLst>
            <pc:docMk/>
            <pc:sldMk cId="0" sldId="280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2:43.694" v="1461" actId="207"/>
          <ac:spMkLst>
            <pc:docMk/>
            <pc:sldMk cId="0" sldId="280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3:05.894" v="1462" actId="207"/>
          <ac:spMkLst>
            <pc:docMk/>
            <pc:sldMk cId="0" sldId="280"/>
            <ac:spMk id="1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3:08.435" v="1463" actId="207"/>
          <ac:spMkLst>
            <pc:docMk/>
            <pc:sldMk cId="0" sldId="280"/>
            <ac:spMk id="15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43:05.894" v="1462" actId="207"/>
          <ac:grpSpMkLst>
            <pc:docMk/>
            <pc:sldMk cId="0" sldId="280"/>
            <ac:grpSpMk id="12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43:08.435" v="1463" actId="207"/>
          <ac:grpSpMkLst>
            <pc:docMk/>
            <pc:sldMk cId="0" sldId="280"/>
            <ac:grpSpMk id="14" creationId="{00000000-0000-0000-0000-000000000000}"/>
          </ac:grpSpMkLst>
        </pc:grpChg>
        <pc:picChg chg="mod">
          <ac:chgData name="Betty DIOP" userId="aa4a78fb-22c4-4daf-bce9-1b0f3f9a37fd" providerId="ADAL" clId="{A5036A50-14D3-47D5-8217-B54747B39B93}" dt="2026-08-24T09:42:09.900" v="1453" actId="207"/>
          <ac:picMkLst>
            <pc:docMk/>
            <pc:sldMk cId="0" sldId="280"/>
            <ac:picMk id="16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2:12.038" v="1454" actId="207"/>
          <ac:picMkLst>
            <pc:docMk/>
            <pc:sldMk cId="0" sldId="280"/>
            <ac:picMk id="17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2:16.475" v="1455" actId="207"/>
          <ac:picMkLst>
            <pc:docMk/>
            <pc:sldMk cId="0" sldId="280"/>
            <ac:picMk id="18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2:18.845" v="1457" actId="207"/>
          <ac:picMkLst>
            <pc:docMk/>
            <pc:sldMk cId="0" sldId="280"/>
            <ac:picMk id="19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2:21.604" v="1458" actId="207"/>
          <ac:picMkLst>
            <pc:docMk/>
            <pc:sldMk cId="0" sldId="280"/>
            <ac:picMk id="20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24T09:42:04.186" v="1452" actId="22"/>
          <ac:picMkLst>
            <pc:docMk/>
            <pc:sldMk cId="0" sldId="280"/>
            <ac:picMk id="49" creationId="{24ECB406-89EC-ACB6-BFE2-B558748361F2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4:41.794" v="1481" actId="207"/>
        <pc:sldMkLst>
          <pc:docMk/>
          <pc:sldMk cId="0" sldId="281"/>
        </pc:sldMkLst>
        <pc:spChg chg="mod">
          <ac:chgData name="Betty DIOP" userId="aa4a78fb-22c4-4daf-bce9-1b0f3f9a37fd" providerId="ADAL" clId="{A5036A50-14D3-47D5-8217-B54747B39B93}" dt="2026-08-24T09:44:20.301" v="1474" actId="207"/>
          <ac:spMkLst>
            <pc:docMk/>
            <pc:sldMk cId="0" sldId="281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17.419" v="1473" actId="207"/>
          <ac:spMkLst>
            <pc:docMk/>
            <pc:sldMk cId="0" sldId="281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34.233" v="1478" actId="207"/>
          <ac:spMkLst>
            <pc:docMk/>
            <pc:sldMk cId="0" sldId="281"/>
            <ac:spMk id="1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37.586" v="1479" actId="20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39.570" v="1480" actId="207"/>
          <ac:spMkLst>
            <pc:docMk/>
            <pc:sldMk cId="0" sldId="281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41.794" v="1481" actId="207"/>
          <ac:spMkLst>
            <pc:docMk/>
            <pc:sldMk cId="0" sldId="281"/>
            <ac:spMk id="1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24.452" v="1475" actId="207"/>
          <ac:spMkLst>
            <pc:docMk/>
            <pc:sldMk cId="0" sldId="281"/>
            <ac:spMk id="2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28.270" v="1476" actId="207"/>
          <ac:spMkLst>
            <pc:docMk/>
            <pc:sldMk cId="0" sldId="281"/>
            <ac:spMk id="2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4:30.503" v="1477" actId="207"/>
          <ac:spMkLst>
            <pc:docMk/>
            <pc:sldMk cId="0" sldId="281"/>
            <ac:spMk id="24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44:13.113" v="1472" actId="22"/>
          <ac:picMkLst>
            <pc:docMk/>
            <pc:sldMk cId="0" sldId="281"/>
            <ac:picMk id="58" creationId="{60920779-FFB3-BB27-232D-0C962506FC3D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6:34.224" v="1501" actId="207"/>
        <pc:sldMkLst>
          <pc:docMk/>
          <pc:sldMk cId="0" sldId="283"/>
        </pc:sldMkLst>
        <pc:spChg chg="mod">
          <ac:chgData name="Betty DIOP" userId="aa4a78fb-22c4-4daf-bce9-1b0f3f9a37fd" providerId="ADAL" clId="{A5036A50-14D3-47D5-8217-B54747B39B93}" dt="2026-08-24T09:46:27.501" v="1498" actId="207"/>
          <ac:spMkLst>
            <pc:docMk/>
            <pc:sldMk cId="0" sldId="283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25.680" v="1497" actId="207"/>
          <ac:spMkLst>
            <pc:docMk/>
            <pc:sldMk cId="0" sldId="283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30.411" v="1499" actId="207"/>
          <ac:spMkLst>
            <pc:docMk/>
            <pc:sldMk cId="0" sldId="283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32.081" v="1500" actId="20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34.224" v="1501" actId="207"/>
          <ac:spMkLst>
            <pc:docMk/>
            <pc:sldMk cId="0" sldId="283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46:22.292" v="1496" actId="22"/>
          <ac:picMkLst>
            <pc:docMk/>
            <pc:sldMk cId="0" sldId="283"/>
            <ac:picMk id="25" creationId="{1B4F8905-B5C1-8CF6-9427-441BB8472F59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7:15.144" v="1516" actId="207"/>
        <pc:sldMkLst>
          <pc:docMk/>
          <pc:sldMk cId="0" sldId="285"/>
        </pc:sldMkLst>
        <pc:spChg chg="mod">
          <ac:chgData name="Betty DIOP" userId="aa4a78fb-22c4-4daf-bce9-1b0f3f9a37fd" providerId="ADAL" clId="{A5036A50-14D3-47D5-8217-B54747B39B93}" dt="2026-08-24T09:46:53.105" v="1506" actId="207"/>
          <ac:spMkLst>
            <pc:docMk/>
            <pc:sldMk cId="0" sldId="285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49.640" v="1505" actId="207"/>
          <ac:spMkLst>
            <pc:docMk/>
            <pc:sldMk cId="0" sldId="285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7:13.231" v="1515" actId="207"/>
          <ac:spMkLst>
            <pc:docMk/>
            <pc:sldMk cId="0" sldId="285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7:15.144" v="1516" actId="207"/>
          <ac:spMkLst>
            <pc:docMk/>
            <pc:sldMk cId="0" sldId="285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58.712" v="1508" actId="207"/>
          <ac:spMkLst>
            <pc:docMk/>
            <pc:sldMk cId="0" sldId="285"/>
            <ac:spMk id="1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56.585" v="1507" actId="207"/>
          <ac:spMkLst>
            <pc:docMk/>
            <pc:sldMk cId="0" sldId="285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7:10.030" v="1514" actId="207"/>
          <ac:spMkLst>
            <pc:docMk/>
            <pc:sldMk cId="0" sldId="285"/>
            <ac:spMk id="19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46:45.894" v="1504" actId="22"/>
          <ac:picMkLst>
            <pc:docMk/>
            <pc:sldMk cId="0" sldId="285"/>
            <ac:picMk id="33" creationId="{B47201DD-1AF9-3EE3-CE44-B5E7825F8352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57:20.193" v="1708" actId="207"/>
        <pc:sldMkLst>
          <pc:docMk/>
          <pc:sldMk cId="0" sldId="286"/>
        </pc:sldMkLst>
        <pc:spChg chg="mod">
          <ac:chgData name="Betty DIOP" userId="aa4a78fb-22c4-4daf-bce9-1b0f3f9a37fd" providerId="ADAL" clId="{A5036A50-14D3-47D5-8217-B54747B39B93}" dt="2026-08-24T09:57:20.193" v="1708" actId="207"/>
          <ac:spMkLst>
            <pc:docMk/>
            <pc:sldMk cId="0" sldId="286"/>
            <ac:spMk id="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7:14.625" v="1707" actId="207"/>
          <ac:spMkLst>
            <pc:docMk/>
            <pc:sldMk cId="0" sldId="286"/>
            <ac:spMk id="7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47:26.088" v="1517" actId="22"/>
          <ac:picMkLst>
            <pc:docMk/>
            <pc:sldMk cId="0" sldId="286"/>
            <ac:picMk id="12" creationId="{7EB57717-C858-8D80-4CD7-8E870D290BCF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50:01.691" v="1546" actId="403"/>
        <pc:sldMkLst>
          <pc:docMk/>
          <pc:sldMk cId="0" sldId="287"/>
        </pc:sldMkLst>
        <pc:spChg chg="mod">
          <ac:chgData name="Betty DIOP" userId="aa4a78fb-22c4-4daf-bce9-1b0f3f9a37fd" providerId="ADAL" clId="{A5036A50-14D3-47D5-8217-B54747B39B93}" dt="2026-08-24T09:47:50.776" v="1522" actId="207"/>
          <ac:spMkLst>
            <pc:docMk/>
            <pc:sldMk cId="0" sldId="287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7:43.206" v="1521" actId="207"/>
          <ac:spMkLst>
            <pc:docMk/>
            <pc:sldMk cId="0" sldId="287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8:56.851" v="1531" actId="207"/>
          <ac:spMkLst>
            <pc:docMk/>
            <pc:sldMk cId="0" sldId="287"/>
            <ac:spMk id="2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9:29.182" v="1536" actId="6549"/>
          <ac:spMkLst>
            <pc:docMk/>
            <pc:sldMk cId="0" sldId="287"/>
            <ac:spMk id="3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0:01.691" v="1546" actId="403"/>
          <ac:spMkLst>
            <pc:docMk/>
            <pc:sldMk cId="0" sldId="287"/>
            <ac:spMk id="4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9:59.899" v="1543" actId="255"/>
          <ac:spMkLst>
            <pc:docMk/>
            <pc:sldMk cId="0" sldId="287"/>
            <ac:spMk id="4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9:08.793" v="1534" actId="115"/>
          <ac:spMkLst>
            <pc:docMk/>
            <pc:sldMk cId="0" sldId="287"/>
            <ac:spMk id="4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9:12.220" v="1535" actId="115"/>
          <ac:spMkLst>
            <pc:docMk/>
            <pc:sldMk cId="0" sldId="287"/>
            <ac:spMk id="44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48:28.412" v="1529" actId="207"/>
          <ac:grpSpMkLst>
            <pc:docMk/>
            <pc:sldMk cId="0" sldId="287"/>
            <ac:grpSpMk id="28" creationId="{00000000-0000-0000-0000-000000000000}"/>
          </ac:grpSpMkLst>
        </pc:grpChg>
        <pc:picChg chg="mod">
          <ac:chgData name="Betty DIOP" userId="aa4a78fb-22c4-4daf-bce9-1b0f3f9a37fd" providerId="ADAL" clId="{A5036A50-14D3-47D5-8217-B54747B39B93}" dt="2026-08-24T09:48:08.589" v="1525" actId="207"/>
          <ac:picMkLst>
            <pc:docMk/>
            <pc:sldMk cId="0" sldId="287"/>
            <ac:picMk id="8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8:14.216" v="1526" actId="207"/>
          <ac:picMkLst>
            <pc:docMk/>
            <pc:sldMk cId="0" sldId="287"/>
            <ac:picMk id="9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7:54.796" v="1523" actId="207"/>
          <ac:picMkLst>
            <pc:docMk/>
            <pc:sldMk cId="0" sldId="287"/>
            <ac:picMk id="10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8:18.068" v="1527" actId="207"/>
          <ac:picMkLst>
            <pc:docMk/>
            <pc:sldMk cId="0" sldId="287"/>
            <ac:picMk id="11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24T09:47:57.215" v="1524" actId="207"/>
          <ac:picMkLst>
            <pc:docMk/>
            <pc:sldMk cId="0" sldId="287"/>
            <ac:picMk id="12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24T09:47:36.097" v="1519" actId="22"/>
          <ac:picMkLst>
            <pc:docMk/>
            <pc:sldMk cId="0" sldId="287"/>
            <ac:picMk id="50" creationId="{3D7E3A02-041E-3FB7-2EB7-A6E555F017EF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55:10.651" v="1662" actId="20577"/>
        <pc:sldMkLst>
          <pc:docMk/>
          <pc:sldMk cId="0" sldId="288"/>
        </pc:sldMkLst>
        <pc:spChg chg="mod">
          <ac:chgData name="Betty DIOP" userId="aa4a78fb-22c4-4daf-bce9-1b0f3f9a37fd" providerId="ADAL" clId="{A5036A50-14D3-47D5-8217-B54747B39B93}" dt="2026-08-24T09:50:13.705" v="1549" actId="207"/>
          <ac:spMkLst>
            <pc:docMk/>
            <pc:sldMk cId="0" sldId="288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0:47.894" v="1555" actId="1076"/>
          <ac:spMkLst>
            <pc:docMk/>
            <pc:sldMk cId="0" sldId="288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0:55.771" v="1557" actId="1076"/>
          <ac:spMkLst>
            <pc:docMk/>
            <pc:sldMk cId="0" sldId="288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0:16.774" v="1550" actId="207"/>
          <ac:spMkLst>
            <pc:docMk/>
            <pc:sldMk cId="0" sldId="288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5:10.651" v="1662" actId="20577"/>
          <ac:spMkLst>
            <pc:docMk/>
            <pc:sldMk cId="0" sldId="288"/>
            <ac:spMk id="13" creationId="{00000000-0000-0000-0000-000000000000}"/>
          </ac:spMkLst>
        </pc:spChg>
        <pc:graphicFrameChg chg="mod modGraphic">
          <ac:chgData name="Betty DIOP" userId="aa4a78fb-22c4-4daf-bce9-1b0f3f9a37fd" providerId="ADAL" clId="{A5036A50-14D3-47D5-8217-B54747B39B93}" dt="2026-08-24T09:50:51.693" v="1556" actId="1076"/>
          <ac:graphicFrameMkLst>
            <pc:docMk/>
            <pc:sldMk cId="0" sldId="288"/>
            <ac:graphicFrameMk id="215" creationId="{A7B47AED-8176-4728-BC0C-397465775393}"/>
          </ac:graphicFrameMkLst>
        </pc:graphicFrameChg>
        <pc:graphicFrameChg chg="mod modGraphic">
          <ac:chgData name="Betty DIOP" userId="aa4a78fb-22c4-4daf-bce9-1b0f3f9a37fd" providerId="ADAL" clId="{A5036A50-14D3-47D5-8217-B54747B39B93}" dt="2026-08-24T09:51:38.996" v="1560" actId="15174"/>
          <ac:graphicFrameMkLst>
            <pc:docMk/>
            <pc:sldMk cId="0" sldId="288"/>
            <ac:graphicFrameMk id="217" creationId="{1ECD4013-D623-463B-8369-5FA5E21C7D43}"/>
          </ac:graphicFrameMkLst>
        </pc:graphicFrameChg>
        <pc:picChg chg="add">
          <ac:chgData name="Betty DIOP" userId="aa4a78fb-22c4-4daf-bce9-1b0f3f9a37fd" providerId="ADAL" clId="{A5036A50-14D3-47D5-8217-B54747B39B93}" dt="2026-08-24T09:50:09.846" v="1548" actId="22"/>
          <ac:picMkLst>
            <pc:docMk/>
            <pc:sldMk cId="0" sldId="288"/>
            <ac:picMk id="15" creationId="{3E150A93-F512-6D69-AF00-3D5C7E84E79D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52:51.729" v="1566" actId="1076"/>
        <pc:sldMkLst>
          <pc:docMk/>
          <pc:sldMk cId="0" sldId="289"/>
        </pc:sldMkLst>
        <pc:picChg chg="mod">
          <ac:chgData name="Betty DIOP" userId="aa4a78fb-22c4-4daf-bce9-1b0f3f9a37fd" providerId="ADAL" clId="{A5036A50-14D3-47D5-8217-B54747B39B93}" dt="2026-08-24T09:51:49.200" v="1563" actId="207"/>
          <ac:picMkLst>
            <pc:docMk/>
            <pc:sldMk cId="0" sldId="289"/>
            <ac:picMk id="10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24T09:51:45.072" v="1562" actId="22"/>
          <ac:picMkLst>
            <pc:docMk/>
            <pc:sldMk cId="0" sldId="289"/>
            <ac:picMk id="16" creationId="{27C2F2EA-AED8-4861-F62C-17FFE0068016}"/>
          </ac:picMkLst>
        </pc:picChg>
        <pc:picChg chg="add mod">
          <ac:chgData name="Betty DIOP" userId="aa4a78fb-22c4-4daf-bce9-1b0f3f9a37fd" providerId="ADAL" clId="{A5036A50-14D3-47D5-8217-B54747B39B93}" dt="2026-08-24T09:52:51.729" v="1566" actId="1076"/>
          <ac:picMkLst>
            <pc:docMk/>
            <pc:sldMk cId="0" sldId="289"/>
            <ac:picMk id="18" creationId="{97473936-7EE7-745D-A3BC-FB956DB42AAB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57:02.373" v="1706" actId="20577"/>
        <pc:sldMkLst>
          <pc:docMk/>
          <pc:sldMk cId="0" sldId="290"/>
        </pc:sldMkLst>
        <pc:spChg chg="mod">
          <ac:chgData name="Betty DIOP" userId="aa4a78fb-22c4-4daf-bce9-1b0f3f9a37fd" providerId="ADAL" clId="{A5036A50-14D3-47D5-8217-B54747B39B93}" dt="2026-08-24T09:53:03.970" v="1569" actId="207"/>
          <ac:spMkLst>
            <pc:docMk/>
            <pc:sldMk cId="0" sldId="290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3:06.795" v="1570" actId="207"/>
          <ac:spMkLst>
            <pc:docMk/>
            <pc:sldMk cId="0" sldId="290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53:56.244" v="1609" actId="20577"/>
          <ac:spMkLst>
            <pc:docMk/>
            <pc:sldMk cId="0" sldId="290"/>
            <ac:spMk id="14" creationId="{BBABCB52-97E8-78F4-BEDD-1B45404A7A40}"/>
          </ac:spMkLst>
        </pc:spChg>
        <pc:spChg chg="mod">
          <ac:chgData name="Betty DIOP" userId="aa4a78fb-22c4-4daf-bce9-1b0f3f9a37fd" providerId="ADAL" clId="{A5036A50-14D3-47D5-8217-B54747B39B93}" dt="2026-08-24T09:54:37.437" v="1635" actId="207"/>
          <ac:spMkLst>
            <pc:docMk/>
            <pc:sldMk cId="0" sldId="290"/>
            <ac:spMk id="15" creationId="{397D8BD4-1BD8-6F96-AEA7-61E617AE5D11}"/>
          </ac:spMkLst>
        </pc:spChg>
        <pc:spChg chg="mod">
          <ac:chgData name="Betty DIOP" userId="aa4a78fb-22c4-4daf-bce9-1b0f3f9a37fd" providerId="ADAL" clId="{A5036A50-14D3-47D5-8217-B54747B39B93}" dt="2026-08-24T09:54:44.487" v="1646" actId="20577"/>
          <ac:spMkLst>
            <pc:docMk/>
            <pc:sldMk cId="0" sldId="290"/>
            <ac:spMk id="17" creationId="{E4FC48DC-F165-3D3D-ABFF-150697818197}"/>
          </ac:spMkLst>
        </pc:spChg>
        <pc:spChg chg="mod">
          <ac:chgData name="Betty DIOP" userId="aa4a78fb-22c4-4daf-bce9-1b0f3f9a37fd" providerId="ADAL" clId="{A5036A50-14D3-47D5-8217-B54747B39B93}" dt="2026-08-24T09:57:02.373" v="1706" actId="20577"/>
          <ac:spMkLst>
            <pc:docMk/>
            <pc:sldMk cId="0" sldId="290"/>
            <ac:spMk id="19" creationId="{4ECFDD79-89C7-CDA6-B409-5F26DFB49479}"/>
          </ac:spMkLst>
        </pc:spChg>
        <pc:picChg chg="add">
          <ac:chgData name="Betty DIOP" userId="aa4a78fb-22c4-4daf-bce9-1b0f3f9a37fd" providerId="ADAL" clId="{A5036A50-14D3-47D5-8217-B54747B39B93}" dt="2026-08-24T09:52:59.183" v="1568" actId="22"/>
          <ac:picMkLst>
            <pc:docMk/>
            <pc:sldMk cId="0" sldId="290"/>
            <ac:picMk id="34" creationId="{F2969ADD-00AE-BE4C-524D-69FE970FA802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7:42.646" v="1299" actId="207"/>
        <pc:sldMkLst>
          <pc:docMk/>
          <pc:sldMk cId="2678453756" sldId="291"/>
        </pc:sldMkLst>
        <pc:spChg chg="mod">
          <ac:chgData name="Betty DIOP" userId="aa4a78fb-22c4-4daf-bce9-1b0f3f9a37fd" providerId="ADAL" clId="{A5036A50-14D3-47D5-8217-B54747B39B93}" dt="2026-08-24T09:27:33.077" v="1296" actId="207"/>
          <ac:spMkLst>
            <pc:docMk/>
            <pc:sldMk cId="2678453756" sldId="291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7:24.961" v="1294" actId="207"/>
          <ac:spMkLst>
            <pc:docMk/>
            <pc:sldMk cId="2678453756" sldId="291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7:27.930" v="1295" actId="207"/>
          <ac:spMkLst>
            <pc:docMk/>
            <pc:sldMk cId="2678453756" sldId="291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7:42.646" v="1299" actId="207"/>
          <ac:spMkLst>
            <pc:docMk/>
            <pc:sldMk cId="2678453756" sldId="291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27:16.979" v="1292" actId="22"/>
          <ac:picMkLst>
            <pc:docMk/>
            <pc:sldMk cId="2678453756" sldId="291"/>
            <ac:picMk id="17" creationId="{6ED0F916-DBE7-013A-D45D-0963B54D9DD7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8:18.744" v="1306" actId="207"/>
        <pc:sldMkLst>
          <pc:docMk/>
          <pc:sldMk cId="1035938874" sldId="292"/>
        </pc:sldMkLst>
        <pc:spChg chg="mod">
          <ac:chgData name="Betty DIOP" userId="aa4a78fb-22c4-4daf-bce9-1b0f3f9a37fd" providerId="ADAL" clId="{A5036A50-14D3-47D5-8217-B54747B39B93}" dt="2026-08-24T09:28:06.981" v="1303" actId="207"/>
          <ac:spMkLst>
            <pc:docMk/>
            <pc:sldMk cId="1035938874" sldId="292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14.491" v="1305" actId="207"/>
          <ac:spMkLst>
            <pc:docMk/>
            <pc:sldMk cId="1035938874" sldId="292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11.060" v="1304" actId="207"/>
          <ac:spMkLst>
            <pc:docMk/>
            <pc:sldMk cId="1035938874" sldId="292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03.391" v="1302" actId="207"/>
          <ac:spMkLst>
            <pc:docMk/>
            <pc:sldMk cId="1035938874" sldId="292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8:18.744" v="1306" actId="207"/>
          <ac:spMkLst>
            <pc:docMk/>
            <pc:sldMk cId="1035938874" sldId="292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27:58.915" v="1301" actId="22"/>
          <ac:picMkLst>
            <pc:docMk/>
            <pc:sldMk cId="1035938874" sldId="292"/>
            <ac:picMk id="17" creationId="{6FD67157-7876-95EF-CD78-A5D21F8AE358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3:56.170" v="1470" actId="207"/>
        <pc:sldMkLst>
          <pc:docMk/>
          <pc:sldMk cId="601914746" sldId="293"/>
        </pc:sldMkLst>
        <pc:spChg chg="mod">
          <ac:chgData name="Betty DIOP" userId="aa4a78fb-22c4-4daf-bce9-1b0f3f9a37fd" providerId="ADAL" clId="{A5036A50-14D3-47D5-8217-B54747B39B93}" dt="2026-08-24T09:03:22.900" v="800" actId="207"/>
          <ac:spMkLst>
            <pc:docMk/>
            <pc:sldMk cId="601914746" sldId="293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03:25.648" v="801" actId="207"/>
          <ac:spMkLst>
            <pc:docMk/>
            <pc:sldMk cId="601914746" sldId="293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3:35.637" v="1464" actId="207"/>
          <ac:spMkLst>
            <pc:docMk/>
            <pc:sldMk cId="601914746" sldId="293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3:44.869" v="1466" actId="207"/>
          <ac:spMkLst>
            <pc:docMk/>
            <pc:sldMk cId="601914746" sldId="293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3:47.468" v="1467" actId="207"/>
          <ac:spMkLst>
            <pc:docMk/>
            <pc:sldMk cId="601914746" sldId="293"/>
            <ac:spMk id="1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3:51.898" v="1468" actId="207"/>
          <ac:spMkLst>
            <pc:docMk/>
            <pc:sldMk cId="601914746" sldId="293"/>
            <ac:spMk id="1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06:59.179" v="1157" actId="207"/>
          <ac:spMkLst>
            <pc:docMk/>
            <pc:sldMk cId="601914746" sldId="293"/>
            <ac:spMk id="30" creationId="{B1B601CD-DFBC-49E4-965F-604551FF5C94}"/>
          </ac:spMkLst>
        </pc:spChg>
        <pc:spChg chg="mod">
          <ac:chgData name="Betty DIOP" userId="aa4a78fb-22c4-4daf-bce9-1b0f3f9a37fd" providerId="ADAL" clId="{A5036A50-14D3-47D5-8217-B54747B39B93}" dt="2026-08-24T09:07:30.263" v="1183" actId="207"/>
          <ac:spMkLst>
            <pc:docMk/>
            <pc:sldMk cId="601914746" sldId="293"/>
            <ac:spMk id="32" creationId="{F32CCA8B-6148-427F-9869-E99086816C2A}"/>
          </ac:spMkLst>
        </pc:spChg>
        <pc:spChg chg="mod">
          <ac:chgData name="Betty DIOP" userId="aa4a78fb-22c4-4daf-bce9-1b0f3f9a37fd" providerId="ADAL" clId="{A5036A50-14D3-47D5-8217-B54747B39B93}" dt="2026-08-24T09:07:36.399" v="1186" actId="207"/>
          <ac:spMkLst>
            <pc:docMk/>
            <pc:sldMk cId="601914746" sldId="293"/>
            <ac:spMk id="34" creationId="{CC813854-9A45-4573-8506-23C9005EBA2F}"/>
          </ac:spMkLst>
        </pc:spChg>
        <pc:spChg chg="mod">
          <ac:chgData name="Betty DIOP" userId="aa4a78fb-22c4-4daf-bce9-1b0f3f9a37fd" providerId="ADAL" clId="{A5036A50-14D3-47D5-8217-B54747B39B93}" dt="2026-08-24T09:07:40.246" v="1193" actId="207"/>
          <ac:spMkLst>
            <pc:docMk/>
            <pc:sldMk cId="601914746" sldId="293"/>
            <ac:spMk id="36" creationId="{A52B309F-D20D-4DDD-B40C-60F9EBB3BB45}"/>
          </ac:spMkLst>
        </pc:spChg>
        <pc:spChg chg="mod">
          <ac:chgData name="Betty DIOP" userId="aa4a78fb-22c4-4daf-bce9-1b0f3f9a37fd" providerId="ADAL" clId="{A5036A50-14D3-47D5-8217-B54747B39B93}" dt="2026-08-24T09:07:44.210" v="1201" actId="207"/>
          <ac:spMkLst>
            <pc:docMk/>
            <pc:sldMk cId="601914746" sldId="293"/>
            <ac:spMk id="38" creationId="{E8EA60CC-1233-4418-9A95-B0D611125176}"/>
          </ac:spMkLst>
        </pc:spChg>
        <pc:spChg chg="mod">
          <ac:chgData name="Betty DIOP" userId="aa4a78fb-22c4-4daf-bce9-1b0f3f9a37fd" providerId="ADAL" clId="{A5036A50-14D3-47D5-8217-B54747B39B93}" dt="2026-08-24T09:07:21.903" v="1159" actId="207"/>
          <ac:spMkLst>
            <pc:docMk/>
            <pc:sldMk cId="601914746" sldId="293"/>
            <ac:spMk id="40" creationId="{1DEB6554-B33F-4ECB-BCA0-1AD9A2A4588D}"/>
          </ac:spMkLst>
        </pc:spChg>
        <pc:spChg chg="mod">
          <ac:chgData name="Betty DIOP" userId="aa4a78fb-22c4-4daf-bce9-1b0f3f9a37fd" providerId="ADAL" clId="{A5036A50-14D3-47D5-8217-B54747B39B93}" dt="2026-08-24T09:04:40.932" v="803" actId="207"/>
          <ac:spMkLst>
            <pc:docMk/>
            <pc:sldMk cId="601914746" sldId="293"/>
            <ac:spMk id="45" creationId="{EAF2EEE2-FD94-4C52-B294-D69F3ECA2B8A}"/>
          </ac:spMkLst>
        </pc:spChg>
        <pc:spChg chg="mod">
          <ac:chgData name="Betty DIOP" userId="aa4a78fb-22c4-4daf-bce9-1b0f3f9a37fd" providerId="ADAL" clId="{A5036A50-14D3-47D5-8217-B54747B39B93}" dt="2026-08-24T09:43:56.170" v="1470" actId="207"/>
          <ac:spMkLst>
            <pc:docMk/>
            <pc:sldMk cId="601914746" sldId="293"/>
            <ac:spMk id="52" creationId="{A352D0A5-7712-4AE3-AF17-BFB8FD5FE37D}"/>
          </ac:spMkLst>
        </pc:spChg>
        <pc:grpChg chg="mod">
          <ac:chgData name="Betty DIOP" userId="aa4a78fb-22c4-4daf-bce9-1b0f3f9a37fd" providerId="ADAL" clId="{A5036A50-14D3-47D5-8217-B54747B39B93}" dt="2026-08-24T09:43:35.637" v="1464" actId="207"/>
          <ac:grpSpMkLst>
            <pc:docMk/>
            <pc:sldMk cId="601914746" sldId="293"/>
            <ac:grpSpMk id="8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43:44.869" v="1466" actId="207"/>
          <ac:grpSpMkLst>
            <pc:docMk/>
            <pc:sldMk cId="601914746" sldId="293"/>
            <ac:grpSpMk id="10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43:47.468" v="1467" actId="207"/>
          <ac:grpSpMkLst>
            <pc:docMk/>
            <pc:sldMk cId="601914746" sldId="293"/>
            <ac:grpSpMk id="12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43:51.898" v="1468" actId="207"/>
          <ac:grpSpMkLst>
            <pc:docMk/>
            <pc:sldMk cId="601914746" sldId="293"/>
            <ac:grpSpMk id="14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07:30.263" v="1183" actId="207"/>
          <ac:grpSpMkLst>
            <pc:docMk/>
            <pc:sldMk cId="601914746" sldId="293"/>
            <ac:grpSpMk id="31" creationId="{DFA46CBC-F8F7-4B80-A785-94AB5E93EB95}"/>
          </ac:grpSpMkLst>
        </pc:grpChg>
        <pc:grpChg chg="mod">
          <ac:chgData name="Betty DIOP" userId="aa4a78fb-22c4-4daf-bce9-1b0f3f9a37fd" providerId="ADAL" clId="{A5036A50-14D3-47D5-8217-B54747B39B93}" dt="2026-08-24T09:07:36.399" v="1186" actId="207"/>
          <ac:grpSpMkLst>
            <pc:docMk/>
            <pc:sldMk cId="601914746" sldId="293"/>
            <ac:grpSpMk id="33" creationId="{A9EB152E-421B-4C76-845F-7B160832D785}"/>
          </ac:grpSpMkLst>
        </pc:grpChg>
        <pc:grpChg chg="mod">
          <ac:chgData name="Betty DIOP" userId="aa4a78fb-22c4-4daf-bce9-1b0f3f9a37fd" providerId="ADAL" clId="{A5036A50-14D3-47D5-8217-B54747B39B93}" dt="2026-08-24T09:07:40.246" v="1193" actId="207"/>
          <ac:grpSpMkLst>
            <pc:docMk/>
            <pc:sldMk cId="601914746" sldId="293"/>
            <ac:grpSpMk id="35" creationId="{6B9869AB-8E6A-485C-8441-0B1D9B8B6E2B}"/>
          </ac:grpSpMkLst>
        </pc:grpChg>
        <pc:grpChg chg="mod">
          <ac:chgData name="Betty DIOP" userId="aa4a78fb-22c4-4daf-bce9-1b0f3f9a37fd" providerId="ADAL" clId="{A5036A50-14D3-47D5-8217-B54747B39B93}" dt="2026-08-24T09:07:44.210" v="1201" actId="207"/>
          <ac:grpSpMkLst>
            <pc:docMk/>
            <pc:sldMk cId="601914746" sldId="293"/>
            <ac:grpSpMk id="37" creationId="{A82977FF-3BF5-483A-A718-274B136A94F8}"/>
          </ac:grpSpMkLst>
        </pc:grpChg>
        <pc:grpChg chg="mod">
          <ac:chgData name="Betty DIOP" userId="aa4a78fb-22c4-4daf-bce9-1b0f3f9a37fd" providerId="ADAL" clId="{A5036A50-14D3-47D5-8217-B54747B39B93}" dt="2026-08-24T09:43:53.470" v="1469" actId="1076"/>
          <ac:grpSpMkLst>
            <pc:docMk/>
            <pc:sldMk cId="601914746" sldId="293"/>
            <ac:grpSpMk id="51" creationId="{25E33BFC-ACC3-4130-A61B-AEBC0716DAF0}"/>
          </ac:grpSpMkLst>
        </pc:grpChg>
        <pc:picChg chg="add">
          <ac:chgData name="Betty DIOP" userId="aa4a78fb-22c4-4daf-bce9-1b0f3f9a37fd" providerId="ADAL" clId="{A5036A50-14D3-47D5-8217-B54747B39B93}" dt="2026-08-24T09:03:19.840" v="799" actId="22"/>
          <ac:picMkLst>
            <pc:docMk/>
            <pc:sldMk cId="601914746" sldId="293"/>
            <ac:picMk id="17" creationId="{647D2482-ABA2-4A4F-7580-7669720281A3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7:10.794" v="1291" actId="207"/>
        <pc:sldMkLst>
          <pc:docMk/>
          <pc:sldMk cId="2752845920" sldId="294"/>
        </pc:sldMkLst>
        <pc:spChg chg="mod">
          <ac:chgData name="Betty DIOP" userId="aa4a78fb-22c4-4daf-bce9-1b0f3f9a37fd" providerId="ADAL" clId="{A5036A50-14D3-47D5-8217-B54747B39B93}" dt="2026-08-24T09:26:37.694" v="1286" actId="207"/>
          <ac:spMkLst>
            <pc:docMk/>
            <pc:sldMk cId="2752845920" sldId="294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7:10.794" v="1291" actId="207"/>
          <ac:spMkLst>
            <pc:docMk/>
            <pc:sldMk cId="2752845920" sldId="294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7:00.110" v="1289" actId="207"/>
          <ac:spMkLst>
            <pc:docMk/>
            <pc:sldMk cId="2752845920" sldId="294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6:35.083" v="1285" actId="207"/>
          <ac:spMkLst>
            <pc:docMk/>
            <pc:sldMk cId="2752845920" sldId="294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7:05.283" v="1290" actId="207"/>
          <ac:spMkLst>
            <pc:docMk/>
            <pc:sldMk cId="2752845920" sldId="294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27:00.110" v="1289" actId="207"/>
          <ac:grpSpMkLst>
            <pc:docMk/>
            <pc:sldMk cId="2752845920" sldId="294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26:31.535" v="1284" actId="22"/>
          <ac:picMkLst>
            <pc:docMk/>
            <pc:sldMk cId="2752845920" sldId="294"/>
            <ac:picMk id="17" creationId="{BB3D80FB-FCA3-88C2-4444-209587B270FA}"/>
          </ac:picMkLst>
        </pc:picChg>
        <pc:picChg chg="mod">
          <ac:chgData name="Betty DIOP" userId="aa4a78fb-22c4-4daf-bce9-1b0f3f9a37fd" providerId="ADAL" clId="{A5036A50-14D3-47D5-8217-B54747B39B93}" dt="2026-08-24T09:26:47.516" v="1288" actId="207"/>
          <ac:picMkLst>
            <pc:docMk/>
            <pc:sldMk cId="2752845920" sldId="294"/>
            <ac:picMk id="18" creationId="{B959AD28-ED52-4FA4-A6E8-92A01F903CB5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9:25.695" v="1320" actId="207"/>
        <pc:sldMkLst>
          <pc:docMk/>
          <pc:sldMk cId="1668192231" sldId="295"/>
        </pc:sldMkLst>
        <pc:spChg chg="mod">
          <ac:chgData name="Betty DIOP" userId="aa4a78fb-22c4-4daf-bce9-1b0f3f9a37fd" providerId="ADAL" clId="{A5036A50-14D3-47D5-8217-B54747B39B93}" dt="2026-08-24T09:29:10.786" v="1317" actId="207"/>
          <ac:spMkLst>
            <pc:docMk/>
            <pc:sldMk cId="1668192231" sldId="295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9:22.029" v="1319" actId="207"/>
          <ac:spMkLst>
            <pc:docMk/>
            <pc:sldMk cId="1668192231" sldId="295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9:25.695" v="1320" actId="207"/>
          <ac:spMkLst>
            <pc:docMk/>
            <pc:sldMk cId="1668192231" sldId="295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9:07.538" v="1316" actId="207"/>
          <ac:spMkLst>
            <pc:docMk/>
            <pc:sldMk cId="1668192231" sldId="295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9:16.888" v="1318" actId="207"/>
          <ac:spMkLst>
            <pc:docMk/>
            <pc:sldMk cId="1668192231" sldId="295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29:03.806" v="1315" actId="22"/>
          <ac:picMkLst>
            <pc:docMk/>
            <pc:sldMk cId="1668192231" sldId="295"/>
            <ac:picMk id="18" creationId="{F23B3938-ABEB-DC71-8A1B-A05F12BB6718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1:05.110" v="1435" actId="207"/>
        <pc:sldMkLst>
          <pc:docMk/>
          <pc:sldMk cId="391962147" sldId="296"/>
        </pc:sldMkLst>
        <pc:spChg chg="mod">
          <ac:chgData name="Betty DIOP" userId="aa4a78fb-22c4-4daf-bce9-1b0f3f9a37fd" providerId="ADAL" clId="{A5036A50-14D3-47D5-8217-B54747B39B93}" dt="2026-08-24T09:40:59.072" v="1434" actId="207"/>
          <ac:spMkLst>
            <pc:docMk/>
            <pc:sldMk cId="391962147" sldId="296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56.394" v="1433" actId="207"/>
          <ac:spMkLst>
            <pc:docMk/>
            <pc:sldMk cId="391962147" sldId="296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0:52.645" v="1432" actId="207"/>
          <ac:spMkLst>
            <pc:docMk/>
            <pc:sldMk cId="391962147" sldId="296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1:05.110" v="1435" actId="207"/>
          <ac:spMkLst>
            <pc:docMk/>
            <pc:sldMk cId="391962147" sldId="296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40:56.394" v="1433" actId="207"/>
          <ac:grpSpMkLst>
            <pc:docMk/>
            <pc:sldMk cId="391962147" sldId="296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40:49.295" v="1431" actId="22"/>
          <ac:picMkLst>
            <pc:docMk/>
            <pc:sldMk cId="391962147" sldId="296"/>
            <ac:picMk id="17" creationId="{14041276-68B8-B853-7E77-A8997C100D2C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6:13.593" v="1494" actId="207"/>
        <pc:sldMkLst>
          <pc:docMk/>
          <pc:sldMk cId="0" sldId="297"/>
        </pc:sldMkLst>
        <pc:spChg chg="mod">
          <ac:chgData name="Betty DIOP" userId="aa4a78fb-22c4-4daf-bce9-1b0f3f9a37fd" providerId="ADAL" clId="{A5036A50-14D3-47D5-8217-B54747B39B93}" dt="2026-08-24T09:46:13.593" v="1494" actId="207"/>
          <ac:spMkLst>
            <pc:docMk/>
            <pc:sldMk cId="0" sldId="297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11.487" v="1493" actId="207"/>
          <ac:spMkLst>
            <pc:docMk/>
            <pc:sldMk cId="0" sldId="297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04.527" v="1490" actId="207"/>
          <ac:spMkLst>
            <pc:docMk/>
            <pc:sldMk cId="0" sldId="297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07.337" v="1491" actId="207"/>
          <ac:spMkLst>
            <pc:docMk/>
            <pc:sldMk cId="0" sldId="297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46:08.958" v="1492" actId="207"/>
          <ac:spMkLst>
            <pc:docMk/>
            <pc:sldMk cId="0" sldId="297"/>
            <ac:spMk id="25" creationId="{39CF8E7B-2446-6F79-42E2-BEFC7C4FEC8D}"/>
          </ac:spMkLst>
        </pc:spChg>
        <pc:picChg chg="add">
          <ac:chgData name="Betty DIOP" userId="aa4a78fb-22c4-4daf-bce9-1b0f3f9a37fd" providerId="ADAL" clId="{A5036A50-14D3-47D5-8217-B54747B39B93}" dt="2026-08-24T09:45:59.719" v="1489" actId="22"/>
          <ac:picMkLst>
            <pc:docMk/>
            <pc:sldMk cId="0" sldId="297"/>
            <ac:picMk id="27" creationId="{EDE3E8F7-4000-A2BB-F729-7CC7CA358F80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3:36.754" v="1465" actId="1076"/>
        <pc:sldMkLst>
          <pc:docMk/>
          <pc:sldMk cId="0" sldId="298"/>
        </pc:sldMkLst>
        <pc:spChg chg="mod">
          <ac:chgData name="Betty DIOP" userId="aa4a78fb-22c4-4daf-bce9-1b0f3f9a37fd" providerId="ADAL" clId="{A5036A50-14D3-47D5-8217-B54747B39B93}" dt="2026-08-24T08:59:10.617" v="792" actId="207"/>
          <ac:spMkLst>
            <pc:docMk/>
            <pc:sldMk cId="0" sldId="298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8:59:05.282" v="791" actId="207"/>
          <ac:spMkLst>
            <pc:docMk/>
            <pc:sldMk cId="0" sldId="298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5:29.258" v="1204" actId="207"/>
          <ac:spMkLst>
            <pc:docMk/>
            <pc:sldMk cId="0" sldId="298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5:31.963" v="1205" actId="207"/>
          <ac:spMkLst>
            <pc:docMk/>
            <pc:sldMk cId="0" sldId="298"/>
            <ac:spMk id="1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5:34.762" v="1206" actId="207"/>
          <ac:spMkLst>
            <pc:docMk/>
            <pc:sldMk cId="0" sldId="298"/>
            <ac:spMk id="1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5:36.795" v="1207" actId="207"/>
          <ac:spMkLst>
            <pc:docMk/>
            <pc:sldMk cId="0" sldId="298"/>
            <ac:spMk id="15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15:29.258" v="1204" actId="207"/>
          <ac:grpSpMkLst>
            <pc:docMk/>
            <pc:sldMk cId="0" sldId="298"/>
            <ac:grpSpMk id="8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15:31.963" v="1205" actId="207"/>
          <ac:grpSpMkLst>
            <pc:docMk/>
            <pc:sldMk cId="0" sldId="298"/>
            <ac:grpSpMk id="10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15:34.762" v="1206" actId="207"/>
          <ac:grpSpMkLst>
            <pc:docMk/>
            <pc:sldMk cId="0" sldId="298"/>
            <ac:grpSpMk id="12" creationId="{00000000-0000-0000-0000-000000000000}"/>
          </ac:grpSpMkLst>
        </pc:grpChg>
        <pc:grpChg chg="mod">
          <ac:chgData name="Betty DIOP" userId="aa4a78fb-22c4-4daf-bce9-1b0f3f9a37fd" providerId="ADAL" clId="{A5036A50-14D3-47D5-8217-B54747B39B93}" dt="2026-08-24T09:15:36.795" v="1207" actId="207"/>
          <ac:grpSpMkLst>
            <pc:docMk/>
            <pc:sldMk cId="0" sldId="298"/>
            <ac:grpSpMk id="14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8:58:55.464" v="790" actId="22"/>
          <ac:picMkLst>
            <pc:docMk/>
            <pc:sldMk cId="0" sldId="298"/>
            <ac:picMk id="51" creationId="{2A598DFA-2045-DD25-1010-84BCB56DB674}"/>
          </ac:picMkLst>
        </pc:picChg>
        <pc:picChg chg="mod">
          <ac:chgData name="Betty DIOP" userId="aa4a78fb-22c4-4daf-bce9-1b0f3f9a37fd" providerId="ADAL" clId="{A5036A50-14D3-47D5-8217-B54747B39B93}" dt="2026-08-24T09:43:36.754" v="1465" actId="1076"/>
          <ac:picMkLst>
            <pc:docMk/>
            <pc:sldMk cId="0" sldId="298"/>
            <ac:picMk id="55" creationId="{F7D7B2E8-95AA-C7EE-D8D5-0BA3170F3924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6:33.041" v="1376" actId="207"/>
        <pc:sldMkLst>
          <pc:docMk/>
          <pc:sldMk cId="3064978432" sldId="299"/>
        </pc:sldMkLst>
        <pc:spChg chg="mod">
          <ac:chgData name="Betty DIOP" userId="aa4a78fb-22c4-4daf-bce9-1b0f3f9a37fd" providerId="ADAL" clId="{A5036A50-14D3-47D5-8217-B54747B39B93}" dt="2026-08-24T09:36:19.689" v="1372" actId="207"/>
          <ac:spMkLst>
            <pc:docMk/>
            <pc:sldMk cId="3064978432" sldId="299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25.474" v="1374" actId="207"/>
          <ac:spMkLst>
            <pc:docMk/>
            <pc:sldMk cId="3064978432" sldId="299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28.090" v="1375" actId="207"/>
          <ac:spMkLst>
            <pc:docMk/>
            <pc:sldMk cId="3064978432" sldId="299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22.484" v="1373" actId="207"/>
          <ac:spMkLst>
            <pc:docMk/>
            <pc:sldMk cId="3064978432" sldId="299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33.041" v="1376" actId="207"/>
          <ac:spMkLst>
            <pc:docMk/>
            <pc:sldMk cId="3064978432" sldId="299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36:16.300" v="1371" actId="22"/>
          <ac:picMkLst>
            <pc:docMk/>
            <pc:sldMk cId="3064978432" sldId="299"/>
            <ac:picMk id="18" creationId="{F4D08893-D51A-0BEA-0BAF-E62B1012966A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7:52.314" v="1389" actId="20577"/>
        <pc:sldMkLst>
          <pc:docMk/>
          <pc:sldMk cId="437872051" sldId="301"/>
        </pc:sldMkLst>
        <pc:spChg chg="mod">
          <ac:chgData name="Betty DIOP" userId="aa4a78fb-22c4-4daf-bce9-1b0f3f9a37fd" providerId="ADAL" clId="{A5036A50-14D3-47D5-8217-B54747B39B93}" dt="2026-08-24T09:36:56.644" v="1381" actId="207"/>
          <ac:spMkLst>
            <pc:docMk/>
            <pc:sldMk cId="437872051" sldId="301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7:02.582" v="1382" actId="207"/>
          <ac:spMkLst>
            <pc:docMk/>
            <pc:sldMk cId="437872051" sldId="301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7:06.323" v="1383" actId="207"/>
          <ac:spMkLst>
            <pc:docMk/>
            <pc:sldMk cId="437872051" sldId="301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6:50.438" v="1380" actId="207"/>
          <ac:spMkLst>
            <pc:docMk/>
            <pc:sldMk cId="437872051" sldId="301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7:16.588" v="1386" actId="207"/>
          <ac:spMkLst>
            <pc:docMk/>
            <pc:sldMk cId="437872051" sldId="301"/>
            <ac:spMk id="1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7:52.314" v="1389" actId="20577"/>
          <ac:spMkLst>
            <pc:docMk/>
            <pc:sldMk cId="437872051" sldId="301"/>
            <ac:spMk id="15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37:06.323" v="1383" actId="207"/>
          <ac:grpSpMkLst>
            <pc:docMk/>
            <pc:sldMk cId="437872051" sldId="301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36:45.896" v="1379" actId="22"/>
          <ac:picMkLst>
            <pc:docMk/>
            <pc:sldMk cId="437872051" sldId="301"/>
            <ac:picMk id="17" creationId="{40C4B3B2-36E7-CDDF-0839-8FD839AF7B38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8:23.016" v="1396" actId="207"/>
        <pc:sldMkLst>
          <pc:docMk/>
          <pc:sldMk cId="3269848283" sldId="302"/>
        </pc:sldMkLst>
        <pc:spChg chg="mod">
          <ac:chgData name="Betty DIOP" userId="aa4a78fb-22c4-4daf-bce9-1b0f3f9a37fd" providerId="ADAL" clId="{A5036A50-14D3-47D5-8217-B54747B39B93}" dt="2026-08-24T09:38:06.892" v="1392" actId="207"/>
          <ac:spMkLst>
            <pc:docMk/>
            <pc:sldMk cId="3269848283" sldId="302"/>
            <ac:spMk id="3" creationId="{CC1D09DE-FB73-4E44-94BB-CDDB9EFC91A8}"/>
          </ac:spMkLst>
        </pc:spChg>
        <pc:spChg chg="mod">
          <ac:chgData name="Betty DIOP" userId="aa4a78fb-22c4-4daf-bce9-1b0f3f9a37fd" providerId="ADAL" clId="{A5036A50-14D3-47D5-8217-B54747B39B93}" dt="2026-08-24T09:38:09.367" v="1393" actId="207"/>
          <ac:spMkLst>
            <pc:docMk/>
            <pc:sldMk cId="3269848283" sldId="302"/>
            <ac:spMk id="7" creationId="{56565954-F4E2-5A49-82CB-B955B1C15474}"/>
          </ac:spMkLst>
        </pc:spChg>
        <pc:spChg chg="mod">
          <ac:chgData name="Betty DIOP" userId="aa4a78fb-22c4-4daf-bce9-1b0f3f9a37fd" providerId="ADAL" clId="{A5036A50-14D3-47D5-8217-B54747B39B93}" dt="2026-08-24T09:38:15.911" v="1395" actId="207"/>
          <ac:spMkLst>
            <pc:docMk/>
            <pc:sldMk cId="3269848283" sldId="302"/>
            <ac:spMk id="8" creationId="{113E17F4-1A4C-F948-996F-2999CDC35AFE}"/>
          </ac:spMkLst>
        </pc:spChg>
        <pc:spChg chg="mod">
          <ac:chgData name="Betty DIOP" userId="aa4a78fb-22c4-4daf-bce9-1b0f3f9a37fd" providerId="ADAL" clId="{A5036A50-14D3-47D5-8217-B54747B39B93}" dt="2026-08-24T09:38:12.005" v="1394" actId="207"/>
          <ac:spMkLst>
            <pc:docMk/>
            <pc:sldMk cId="3269848283" sldId="302"/>
            <ac:spMk id="13" creationId="{74A37BC9-E18F-2240-A2A9-B9440F258D3E}"/>
          </ac:spMkLst>
        </pc:spChg>
        <pc:spChg chg="mod">
          <ac:chgData name="Betty DIOP" userId="aa4a78fb-22c4-4daf-bce9-1b0f3f9a37fd" providerId="ADAL" clId="{A5036A50-14D3-47D5-8217-B54747B39B93}" dt="2026-08-24T09:38:23.016" v="1396" actId="207"/>
          <ac:spMkLst>
            <pc:docMk/>
            <pc:sldMk cId="3269848283" sldId="302"/>
            <ac:spMk id="27" creationId="{43367DB4-E9B1-1842-B487-381549229AB0}"/>
          </ac:spMkLst>
        </pc:spChg>
        <pc:picChg chg="add">
          <ac:chgData name="Betty DIOP" userId="aa4a78fb-22c4-4daf-bce9-1b0f3f9a37fd" providerId="ADAL" clId="{A5036A50-14D3-47D5-8217-B54747B39B93}" dt="2026-08-24T09:38:02.638" v="1391" actId="22"/>
          <ac:picMkLst>
            <pc:docMk/>
            <pc:sldMk cId="3269848283" sldId="302"/>
            <ac:picMk id="9" creationId="{47F96A0A-939A-B11B-F54E-62B99A64FF9F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45:10.266" v="1487" actId="22"/>
        <pc:sldMkLst>
          <pc:docMk/>
          <pc:sldMk cId="312534688" sldId="303"/>
        </pc:sldMkLst>
        <pc:spChg chg="mod">
          <ac:chgData name="Betty DIOP" userId="aa4a78fb-22c4-4daf-bce9-1b0f3f9a37fd" providerId="ADAL" clId="{A5036A50-14D3-47D5-8217-B54747B39B93}" dt="2026-08-24T09:45:04.182" v="1484" actId="207"/>
          <ac:spMkLst>
            <pc:docMk/>
            <pc:sldMk cId="312534688" sldId="303"/>
            <ac:spMk id="3" creationId="{BCD5A97D-5B52-27F2-9EE1-33A633438FDD}"/>
          </ac:spMkLst>
        </pc:spChg>
        <pc:spChg chg="mod">
          <ac:chgData name="Betty DIOP" userId="aa4a78fb-22c4-4daf-bce9-1b0f3f9a37fd" providerId="ADAL" clId="{A5036A50-14D3-47D5-8217-B54747B39B93}" dt="2026-08-24T09:45:06.795" v="1485" actId="207"/>
          <ac:spMkLst>
            <pc:docMk/>
            <pc:sldMk cId="312534688" sldId="303"/>
            <ac:spMk id="8" creationId="{BC84C8B3-7CC0-6E52-216E-9325A91FD958}"/>
          </ac:spMkLst>
        </pc:spChg>
        <pc:spChg chg="mod">
          <ac:chgData name="Betty DIOP" userId="aa4a78fb-22c4-4daf-bce9-1b0f3f9a37fd" providerId="ADAL" clId="{A5036A50-14D3-47D5-8217-B54747B39B93}" dt="2026-08-24T09:44:55.830" v="1483" actId="207"/>
          <ac:spMkLst>
            <pc:docMk/>
            <pc:sldMk cId="312534688" sldId="303"/>
            <ac:spMk id="16" creationId="{0C8C6E41-0F45-6F41-8CDF-CAB3C7C95DB8}"/>
          </ac:spMkLst>
        </pc:spChg>
        <pc:picChg chg="add">
          <ac:chgData name="Betty DIOP" userId="aa4a78fb-22c4-4daf-bce9-1b0f3f9a37fd" providerId="ADAL" clId="{A5036A50-14D3-47D5-8217-B54747B39B93}" dt="2026-08-24T09:45:10.266" v="1487" actId="22"/>
          <ac:picMkLst>
            <pc:docMk/>
            <pc:sldMk cId="312534688" sldId="303"/>
            <ac:picMk id="12" creationId="{3B79F631-55F2-1AE2-5849-822FDC47FBA6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26:16.855" v="1281" actId="207"/>
        <pc:sldMkLst>
          <pc:docMk/>
          <pc:sldMk cId="0" sldId="304"/>
        </pc:sldMkLst>
        <pc:spChg chg="mod">
          <ac:chgData name="Betty DIOP" userId="aa4a78fb-22c4-4daf-bce9-1b0f3f9a37fd" providerId="ADAL" clId="{A5036A50-14D3-47D5-8217-B54747B39B93}" dt="2026-08-24T09:25:55.380" v="1277" actId="207"/>
          <ac:spMkLst>
            <pc:docMk/>
            <pc:sldMk cId="0" sldId="304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6:11.167" v="1280" actId="207"/>
          <ac:spMkLst>
            <pc:docMk/>
            <pc:sldMk cId="0" sldId="304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6:16.855" v="1281" actId="207"/>
          <ac:spMkLst>
            <pc:docMk/>
            <pc:sldMk cId="0" sldId="304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5:58.401" v="1278" actId="207"/>
          <ac:spMkLst>
            <pc:docMk/>
            <pc:sldMk cId="0" sldId="304"/>
            <ac:spMk id="9" creationId="{00000000-0000-0000-0000-000000000000}"/>
          </ac:spMkLst>
        </pc:spChg>
        <pc:spChg chg="add del">
          <ac:chgData name="Betty DIOP" userId="aa4a78fb-22c4-4daf-bce9-1b0f3f9a37fd" providerId="ADAL" clId="{A5036A50-14D3-47D5-8217-B54747B39B93}" dt="2026-08-24T09:25:50.449" v="1276" actId="26606"/>
          <ac:spMkLst>
            <pc:docMk/>
            <pc:sldMk cId="0" sldId="304"/>
            <ac:spMk id="1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26:05.422" v="1279" actId="207"/>
          <ac:spMkLst>
            <pc:docMk/>
            <pc:sldMk cId="0" sldId="304"/>
            <ac:spMk id="13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24T09:25:28.188" v="1268" actId="22"/>
          <ac:picMkLst>
            <pc:docMk/>
            <pc:sldMk cId="0" sldId="304"/>
            <ac:picMk id="17" creationId="{598C8537-0CD4-D206-A0B2-00E0C460E8CD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30:55.882" v="1329" actId="207"/>
        <pc:sldMkLst>
          <pc:docMk/>
          <pc:sldMk cId="331430814" sldId="305"/>
        </pc:sldMkLst>
        <pc:spChg chg="mod">
          <ac:chgData name="Betty DIOP" userId="aa4a78fb-22c4-4daf-bce9-1b0f3f9a37fd" providerId="ADAL" clId="{A5036A50-14D3-47D5-8217-B54747B39B93}" dt="2026-08-24T09:30:27.775" v="1324" actId="207"/>
          <ac:spMkLst>
            <pc:docMk/>
            <pc:sldMk cId="331430814" sldId="305"/>
            <ac:spMk id="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0:55.882" v="1329" actId="207"/>
          <ac:spMkLst>
            <pc:docMk/>
            <pc:sldMk cId="331430814" sldId="305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0:31.539" v="1325" actId="207"/>
          <ac:spMkLst>
            <pc:docMk/>
            <pc:sldMk cId="331430814" sldId="305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0:25.082" v="1323" actId="207"/>
          <ac:spMkLst>
            <pc:docMk/>
            <pc:sldMk cId="331430814" sldId="305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30:49.409" v="1328" actId="207"/>
          <ac:spMkLst>
            <pc:docMk/>
            <pc:sldMk cId="331430814" sldId="305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9:30:31.539" v="1325" actId="207"/>
          <ac:grpSpMkLst>
            <pc:docMk/>
            <pc:sldMk cId="331430814" sldId="305"/>
            <ac:grpSpMk id="5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24T09:30:21.255" v="1322" actId="22"/>
          <ac:picMkLst>
            <pc:docMk/>
            <pc:sldMk cId="331430814" sldId="305"/>
            <ac:picMk id="17" creationId="{B5619418-FEBC-F10F-BE37-AD2A1CA2C5DD}"/>
          </ac:picMkLst>
        </pc:picChg>
      </pc:sldChg>
      <pc:sldChg chg="addSp delSp modSp mod">
        <pc:chgData name="Betty DIOP" userId="aa4a78fb-22c4-4daf-bce9-1b0f3f9a37fd" providerId="ADAL" clId="{A5036A50-14D3-47D5-8217-B54747B39B93}" dt="2026-08-24T09:18:56.118" v="1244" actId="20577"/>
        <pc:sldMkLst>
          <pc:docMk/>
          <pc:sldMk cId="3226785887" sldId="306"/>
        </pc:sldMkLst>
        <pc:spChg chg="mod">
          <ac:chgData name="Betty DIOP" userId="aa4a78fb-22c4-4daf-bce9-1b0f3f9a37fd" providerId="ADAL" clId="{A5036A50-14D3-47D5-8217-B54747B39B93}" dt="2026-08-24T09:18:18.003" v="1227" actId="207"/>
          <ac:spMkLst>
            <pc:docMk/>
            <pc:sldMk cId="3226785887" sldId="306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8:56.118" v="1244" actId="20577"/>
          <ac:spMkLst>
            <pc:docMk/>
            <pc:sldMk cId="3226785887" sldId="306"/>
            <ac:spMk id="3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24T09:18:32.063" v="1229" actId="207"/>
          <ac:spMkLst>
            <pc:docMk/>
            <pc:sldMk cId="3226785887" sldId="306"/>
            <ac:spMk id="43" creationId="{6515F266-0F42-87C3-E7A9-2E1B1D07F75F}"/>
          </ac:spMkLst>
        </pc:spChg>
        <pc:spChg chg="mod">
          <ac:chgData name="Betty DIOP" userId="aa4a78fb-22c4-4daf-bce9-1b0f3f9a37fd" providerId="ADAL" clId="{A5036A50-14D3-47D5-8217-B54747B39B93}" dt="2026-08-24T09:18:25.021" v="1228" actId="207"/>
          <ac:spMkLst>
            <pc:docMk/>
            <pc:sldMk cId="3226785887" sldId="306"/>
            <ac:spMk id="45" creationId="{17118E72-20AB-A2A6-9C3F-CAAEEB6229C4}"/>
          </ac:spMkLst>
        </pc:spChg>
        <pc:picChg chg="add">
          <ac:chgData name="Betty DIOP" userId="aa4a78fb-22c4-4daf-bce9-1b0f3f9a37fd" providerId="ADAL" clId="{A5036A50-14D3-47D5-8217-B54747B39B93}" dt="2026-08-24T09:18:13.644" v="1226" actId="22"/>
          <ac:picMkLst>
            <pc:docMk/>
            <pc:sldMk cId="3226785887" sldId="306"/>
            <ac:picMk id="9" creationId="{ED3B6B7E-68E6-CCDC-07A7-74976775D6DD}"/>
          </ac:picMkLst>
        </pc:picChg>
      </pc:sldChg>
    </pc:docChg>
  </pc:docChgLst>
  <pc:docChgLst>
    <pc:chgData name="Mei SOURIGNANH" userId="d7931fb4-da76-4195-9826-5126d4bf310f" providerId="ADAL" clId="{2B2D007B-6D47-4765-BFBC-E1764287D388}"/>
    <pc:docChg chg="modSld">
      <pc:chgData name="Mei SOURIGNANH" userId="d7931fb4-da76-4195-9826-5126d4bf310f" providerId="ADAL" clId="{2B2D007B-6D47-4765-BFBC-E1764287D388}" dt="2026-08-24T12:12:06.351" v="0" actId="20577"/>
      <pc:docMkLst>
        <pc:docMk/>
      </pc:docMkLst>
      <pc:sldChg chg="modSp mod">
        <pc:chgData name="Mei SOURIGNANH" userId="d7931fb4-da76-4195-9826-5126d4bf310f" providerId="ADAL" clId="{2B2D007B-6D47-4765-BFBC-E1764287D388}" dt="2026-08-24T12:12:06.351" v="0" actId="20577"/>
        <pc:sldMkLst>
          <pc:docMk/>
          <pc:sldMk cId="0" sldId="297"/>
        </pc:sldMkLst>
        <pc:spChg chg="mod">
          <ac:chgData name="Mei SOURIGNANH" userId="d7931fb4-da76-4195-9826-5126d4bf310f" providerId="ADAL" clId="{2B2D007B-6D47-4765-BFBC-E1764287D388}" dt="2026-08-24T12:12:06.351" v="0" actId="20577"/>
          <ac:spMkLst>
            <pc:docMk/>
            <pc:sldMk cId="0" sldId="297"/>
            <ac:spMk id="12" creationId="{F9214568-3C69-6134-8582-0BC0C44E44F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spPr>
            <a:solidFill>
              <a:srgbClr val="8C9D8D"/>
            </a:solidFill>
          </c:spPr>
          <c:explosion val="2"/>
          <c:dPt>
            <c:idx val="0"/>
            <c:bubble3D val="0"/>
            <c:spPr>
              <a:gradFill flip="none" rotWithShape="1">
                <a:gsLst>
                  <a:gs pos="0">
                    <a:srgbClr val="8C9D8D">
                      <a:shade val="30000"/>
                      <a:satMod val="115000"/>
                    </a:srgbClr>
                  </a:gs>
                  <a:gs pos="50000">
                    <a:srgbClr val="8C9D8D">
                      <a:shade val="67500"/>
                      <a:satMod val="115000"/>
                    </a:srgbClr>
                  </a:gs>
                  <a:gs pos="100000">
                    <a:srgbClr val="8C9D8D">
                      <a:shade val="100000"/>
                      <a:satMod val="11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3F-4B9B-B1A3-0426128891CF}"/>
              </c:ext>
            </c:extLst>
          </c:dPt>
          <c:dPt>
            <c:idx val="1"/>
            <c:bubble3D val="0"/>
            <c:spPr>
              <a:gradFill>
                <a:gsLst>
                  <a:gs pos="25000">
                    <a:srgbClr val="8C9D8D">
                      <a:tint val="66000"/>
                      <a:satMod val="160000"/>
                    </a:srgbClr>
                  </a:gs>
                  <a:gs pos="50000">
                    <a:srgbClr val="8C9D8D">
                      <a:tint val="44500"/>
                      <a:satMod val="160000"/>
                    </a:srgbClr>
                  </a:gs>
                  <a:gs pos="100000">
                    <a:srgbClr val="8C9D8D">
                      <a:tint val="23500"/>
                      <a:satMod val="160000"/>
                    </a:srgbClr>
                  </a:gs>
                </a:gsLst>
                <a:lin ang="10800000" scaled="1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E83F-4B9B-B1A3-0426128891CF}"/>
              </c:ext>
            </c:extLst>
          </c:dPt>
          <c:dPt>
            <c:idx val="2"/>
            <c:bubble3D val="0"/>
            <c:spPr>
              <a:gradFill flip="none" rotWithShape="1">
                <a:gsLst>
                  <a:gs pos="18000">
                    <a:srgbClr val="8C9D8D"/>
                  </a:gs>
                  <a:gs pos="50000">
                    <a:srgbClr val="8C9D8D">
                      <a:tint val="44500"/>
                      <a:satMod val="160000"/>
                    </a:srgbClr>
                  </a:gs>
                  <a:gs pos="100000">
                    <a:srgbClr val="8C9D8D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3F-4B9B-B1A3-0426128891CF}"/>
              </c:ext>
            </c:extLst>
          </c:dPt>
          <c:dPt>
            <c:idx val="3"/>
            <c:bubble3D val="0"/>
            <c:spPr>
              <a:gradFill flip="none" rotWithShape="1">
                <a:gsLst>
                  <a:gs pos="0">
                    <a:srgbClr val="8C9D8D"/>
                  </a:gs>
                  <a:gs pos="100000">
                    <a:srgbClr val="8C9D8D">
                      <a:tint val="23500"/>
                      <a:satMod val="160000"/>
                    </a:srgbClr>
                  </a:gs>
                </a:gsLst>
                <a:lin ang="10800000" scaled="1"/>
                <a:tileRect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83F-4B9B-B1A3-0426128891CF}"/>
              </c:ext>
            </c:extLst>
          </c:dPt>
          <c:cat>
            <c:strRef>
              <c:f>Feuil1!$A$2:$A$5</c:f>
              <c:strCache>
                <c:ptCount val="4"/>
                <c:pt idx="0">
                  <c:v>Impression.</c:v>
                </c:pt>
                <c:pt idx="1">
                  <c:v>Téléphonie.</c:v>
                </c:pt>
                <c:pt idx="2">
                  <c:v>Informatique.</c:v>
                </c:pt>
                <c:pt idx="3">
                  <c:v>Solution.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50</c:v>
                </c:pt>
                <c:pt idx="1">
                  <c:v>20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3F-4B9B-B1A3-042612889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33C08-6518-46F4-A790-4EE3A532D68D}" type="datetimeFigureOut">
              <a:rPr lang="fr-FR" smtClean="0"/>
              <a:t>07/09/2026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53FB-F4F4-4CE5-BF12-67737B75E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86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53FB-F4F4-4CE5-BF12-67737B75E2A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45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ADEE1-38F1-4724-84F7-6D59A9B71CB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7776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53FB-F4F4-4CE5-BF12-67737B75E2A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151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53FB-F4F4-4CE5-BF12-67737B75E2A7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23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FC58E-A707-46F4-B550-28B668446B31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21A7-E9DB-4304-BDC6-9D23D397FC11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159B-06A6-4BC2-BC46-328374DAFA2A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5AB8C-3E43-42ED-A28D-DACEB2FD276E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6C9D1-57C6-4770-9F61-E0814AEF91F1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4ED-0356-4A97-9CDF-FA21508B09B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49983-F61E-4D65-ACF3-631FD6E2D64E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78ED-3A74-4498-9606-0EB8C508F70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55159-F754-42E2-9451-5898DCB3C40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B834-02AA-4848-BDDA-6F3DAD8086C0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32A72-0F0C-4D4F-9CB3-3564DA449373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8BAFB-1C04-4B43-9B82-3F3734108BE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3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svg"/><Relationship Id="rId18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17" Type="http://schemas.openxmlformats.org/officeDocument/2006/relationships/image" Target="../media/image33.svg"/><Relationship Id="rId2" Type="http://schemas.openxmlformats.org/officeDocument/2006/relationships/image" Target="../media/image1.sv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10" Type="http://schemas.openxmlformats.org/officeDocument/2006/relationships/image" Target="../media/image26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5.svg"/><Relationship Id="rId7" Type="http://schemas.openxmlformats.org/officeDocument/2006/relationships/image" Target="../media/image5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1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svg"/><Relationship Id="rId7" Type="http://schemas.openxmlformats.org/officeDocument/2006/relationships/image" Target="../media/image6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svg"/><Relationship Id="rId7" Type="http://schemas.openxmlformats.org/officeDocument/2006/relationships/image" Target="../media/image73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jpeg"/><Relationship Id="rId5" Type="http://schemas.openxmlformats.org/officeDocument/2006/relationships/image" Target="../media/image71.jpeg"/><Relationship Id="rId4" Type="http://schemas.openxmlformats.org/officeDocument/2006/relationships/image" Target="../media/image70.svg"/><Relationship Id="rId9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1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svg"/><Relationship Id="rId5" Type="http://schemas.openxmlformats.org/officeDocument/2006/relationships/image" Target="../media/image3.png"/><Relationship Id="rId4" Type="http://schemas.openxmlformats.org/officeDocument/2006/relationships/image" Target="../media/image7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36850">
            <a:off x="3977630" y="-2844336"/>
            <a:ext cx="9939182" cy="6153869"/>
            <a:chOff x="0" y="0"/>
            <a:chExt cx="6350000" cy="6350000"/>
          </a:xfrm>
          <a:solidFill>
            <a:srgbClr val="D9D9D9"/>
          </a:solidFill>
        </p:grpSpPr>
        <p:sp>
          <p:nvSpPr>
            <p:cNvPr id="3" name="Freeform 3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AutoShape 4"/>
          <p:cNvSpPr/>
          <p:nvPr/>
        </p:nvSpPr>
        <p:spPr>
          <a:xfrm>
            <a:off x="8938642" y="1840521"/>
            <a:ext cx="8579" cy="62392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3306198" y="651896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44821" b="19420"/>
          <a:stretch>
            <a:fillRect/>
          </a:stretch>
        </p:blipFill>
        <p:spPr>
          <a:xfrm>
            <a:off x="-126638" y="3290118"/>
            <a:ext cx="18541277" cy="442410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510147" y="1933347"/>
            <a:ext cx="1385683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en-US" sz="2199">
                <a:solidFill>
                  <a:srgbClr val="FFFFFF"/>
                </a:solidFill>
                <a:latin typeface="Noto Sans Bold"/>
              </a:rPr>
              <a:t>TÉLÉCOM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5539" y="299904"/>
            <a:ext cx="8663363" cy="1257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89"/>
              </a:lnSpc>
            </a:pPr>
            <a:r>
              <a:rPr lang="en-US" sz="6992" err="1">
                <a:solidFill>
                  <a:srgbClr val="FFFFFF"/>
                </a:solidFill>
                <a:latin typeface="Noto Sans"/>
              </a:rPr>
              <a:t>Offre</a:t>
            </a:r>
            <a:r>
              <a:rPr lang="en-US" sz="6992">
                <a:solidFill>
                  <a:srgbClr val="FFFFFF"/>
                </a:solidFill>
                <a:latin typeface="Noto Sans"/>
              </a:rPr>
              <a:t> </a:t>
            </a:r>
            <a:r>
              <a:rPr lang="en-US" sz="6992" err="1">
                <a:solidFill>
                  <a:srgbClr val="FFFFFF"/>
                </a:solidFill>
                <a:latin typeface="Noto Sans"/>
              </a:rPr>
              <a:t>commerciale</a:t>
            </a:r>
            <a:endParaRPr lang="en-US" sz="6992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89731" y="1932454"/>
            <a:ext cx="1670981" cy="39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9"/>
              </a:lnSpc>
            </a:pPr>
            <a:r>
              <a:rPr lang="fr-FR" sz="2199" dirty="0">
                <a:solidFill>
                  <a:srgbClr val="FFFFFF"/>
                </a:solidFill>
                <a:latin typeface="Noto Sans Bold"/>
              </a:rPr>
              <a:t>{{DATE}}</a:t>
            </a:r>
            <a:endParaRPr lang="en-US" sz="2199" dirty="0">
              <a:solidFill>
                <a:srgbClr val="FFFFFF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41492" y="8159173"/>
            <a:ext cx="2774047" cy="169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pc="-36" dirty="0" err="1">
                <a:solidFill>
                  <a:srgbClr val="252629"/>
                </a:solidFill>
                <a:latin typeface="Noto Sans"/>
              </a:rPr>
              <a:t>{{REP_NAME}}</a:t>
            </a:r>
            <a:r>
              <a:rPr lang="en-US" spc="-36" dirty="0">
                <a:solidFill>
                  <a:srgbClr val="252629"/>
                </a:solidFill>
                <a:latin typeface="Noto Sans"/>
              </a:rPr>
              <a:t/>
            </a:r>
            <a:r>
              <a:rPr lang="en-US" spc="-36" dirty="0" err="1">
                <a:solidFill>
                  <a:srgbClr val="252629"/>
                </a:solidFill>
                <a:latin typeface="Noto Sans"/>
              </a:rPr>
              <a:t/>
            </a:r>
            <a:endParaRPr lang="en-US" spc="-36" dirty="0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700"/>
              </a:lnSpc>
            </a:pPr>
            <a:r>
              <a:rPr lang="en-US" spc="-36" dirty="0">
                <a:solidFill>
                  <a:srgbClr val="252629"/>
                </a:solidFill>
                <a:latin typeface="Noto Sans"/>
              </a:rPr>
              <a:t>{{REP_PHONE}}</a:t>
            </a:r>
          </a:p>
          <a:p>
            <a:pPr algn="ctr">
              <a:lnSpc>
                <a:spcPts val="2700"/>
              </a:lnSpc>
            </a:pPr>
            <a:r>
              <a:rPr lang="en-US" spc="-36" dirty="0">
                <a:solidFill>
                  <a:srgbClr val="252629"/>
                </a:solidFill>
                <a:latin typeface="Noto Sans"/>
              </a:rPr>
              <a:t>{{REP_MOBILE}}</a:t>
            </a:r>
          </a:p>
          <a:p>
            <a:pPr algn="ctr">
              <a:lnSpc>
                <a:spcPts val="2700"/>
              </a:lnSpc>
            </a:pPr>
            <a:r>
              <a:rPr lang="en-US" spc="-36" dirty="0">
                <a:solidFill>
                  <a:srgbClr val="252629"/>
                </a:solidFill>
                <a:latin typeface="Noto Sans"/>
              </a:rPr>
              <a:t>{{REP_EMAIL}}</a:t>
            </a:r>
          </a:p>
          <a:p>
            <a:pPr>
              <a:lnSpc>
                <a:spcPts val="2700"/>
              </a:lnSpc>
            </a:pPr>
            <a:endParaRPr lang="en-US" sz="1800" dirty="0">
              <a:solidFill>
                <a:srgbClr val="252629"/>
              </a:solidFill>
              <a:latin typeface="Arim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035330" y="8159173"/>
            <a:ext cx="2602539" cy="135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>
                <a:solidFill>
                  <a:srgbClr val="252629"/>
                </a:solidFill>
                <a:latin typeface="Noto Sans"/>
              </a:rPr>
              <a:t>135 chemin des </a:t>
            </a:r>
            <a:r>
              <a:rPr lang="en-US" err="1">
                <a:solidFill>
                  <a:srgbClr val="252629"/>
                </a:solidFill>
                <a:latin typeface="Noto Sans"/>
              </a:rPr>
              <a:t>bassins</a:t>
            </a:r>
            <a:endParaRPr lang="en-US" sz="1800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252629"/>
                </a:solidFill>
                <a:latin typeface="Noto Sans"/>
              </a:rPr>
              <a:t>94000 </a:t>
            </a:r>
            <a:r>
              <a:rPr lang="en-US" sz="1800" err="1">
                <a:solidFill>
                  <a:srgbClr val="252629"/>
                </a:solidFill>
                <a:latin typeface="Noto Sans"/>
              </a:rPr>
              <a:t>Créteil</a:t>
            </a:r>
            <a:endParaRPr lang="en-US" sz="1800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252629"/>
                </a:solidFill>
                <a:latin typeface="Noto Sans"/>
              </a:rPr>
              <a:t>01.70.72.19.40</a:t>
            </a:r>
          </a:p>
          <a:p>
            <a:pPr algn="ctr">
              <a:lnSpc>
                <a:spcPts val="2700"/>
              </a:lnSpc>
            </a:pPr>
            <a:r>
              <a:rPr lang="en-US">
                <a:solidFill>
                  <a:srgbClr val="252629"/>
                </a:solidFill>
                <a:latin typeface="Noto Sans"/>
              </a:rPr>
              <a:t>levad</a:t>
            </a:r>
            <a:r>
              <a:rPr lang="en-US" sz="1800">
                <a:solidFill>
                  <a:srgbClr val="252629"/>
                </a:solidFill>
                <a:latin typeface="Noto Sans"/>
              </a:rPr>
              <a:t>.fr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FA163450-4B47-4E5F-8B05-008514C6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85271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277A4D7-1F76-70BC-8B72-11BAF2B42BB3}"/>
              </a:ext>
            </a:extLst>
          </p:cNvPr>
          <p:cNvSpPr txBox="1"/>
          <p:nvPr/>
        </p:nvSpPr>
        <p:spPr>
          <a:xfrm>
            <a:off x="457200" y="1246919"/>
            <a:ext cx="3540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54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21A2FF09-EC7F-3CF1-C85D-69E3D05BC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5400" y="857137"/>
            <a:ext cx="2818424" cy="7795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8317" r="33255"/>
          <a:stretch>
            <a:fillRect/>
          </a:stretch>
        </p:blipFill>
        <p:spPr>
          <a:xfrm>
            <a:off x="9144000" y="1523839"/>
            <a:ext cx="6744508" cy="876316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160654" y="552407"/>
            <a:ext cx="8629650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to Sans Bold"/>
              </a:rPr>
              <a:t>LEVAD </a:t>
            </a:r>
            <a:r>
              <a:rPr lang="en-US" sz="3200" err="1">
                <a:solidFill>
                  <a:srgbClr val="000000"/>
                </a:solidFill>
                <a:latin typeface="Noto Sans Bold"/>
              </a:rPr>
              <a:t>s'inscrit</a:t>
            </a:r>
            <a:r>
              <a:rPr lang="en-US" sz="3200">
                <a:solidFill>
                  <a:srgbClr val="000000"/>
                </a:solidFill>
                <a:latin typeface="Noto Sans Bold"/>
              </a:rPr>
              <a:t> dans la durée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9" name="Picture 9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1832239" y="2809875"/>
            <a:ext cx="6168761" cy="4338602"/>
            <a:chOff x="0" y="-38100"/>
            <a:chExt cx="7797695" cy="5153135"/>
          </a:xfrm>
        </p:grpSpPr>
        <p:sp>
          <p:nvSpPr>
            <p:cNvPr id="34" name="TextBox 34"/>
            <p:cNvSpPr txBox="1"/>
            <p:nvPr/>
          </p:nvSpPr>
          <p:spPr>
            <a:xfrm>
              <a:off x="5805018" y="4249467"/>
              <a:ext cx="1992677" cy="8655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Impression</a:t>
              </a:r>
            </a:p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50%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312072"/>
              <a:ext cx="1762040" cy="865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1882" err="1">
                  <a:solidFill>
                    <a:srgbClr val="000000"/>
                  </a:solidFill>
                  <a:latin typeface="Noto Sans Bold"/>
                </a:rPr>
                <a:t>Téléphonie</a:t>
              </a:r>
              <a:endParaRPr lang="en-US" sz="1882">
                <a:solidFill>
                  <a:srgbClr val="000000"/>
                </a:solidFill>
                <a:latin typeface="Noto Sans Bold"/>
              </a:endParaRPr>
            </a:p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20%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8023" y="206490"/>
              <a:ext cx="2139600" cy="865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Informatique</a:t>
              </a:r>
            </a:p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20%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59340" y="-38100"/>
              <a:ext cx="1322104" cy="865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Solution</a:t>
              </a:r>
            </a:p>
            <a:p>
              <a:pPr algn="ctr">
                <a:lnSpc>
                  <a:spcPts val="2635"/>
                </a:lnSpc>
              </a:pPr>
              <a:r>
                <a:rPr lang="en-US" sz="1882">
                  <a:solidFill>
                    <a:srgbClr val="000000"/>
                  </a:solidFill>
                  <a:latin typeface="Noto Sans Bold"/>
                </a:rPr>
                <a:t>10%</a:t>
              </a:r>
            </a:p>
          </p:txBody>
        </p:sp>
      </p:grpSp>
      <p:sp>
        <p:nvSpPr>
          <p:cNvPr id="45" name="Espace réservé du numéro de diapositive 44">
            <a:extLst>
              <a:ext uri="{FF2B5EF4-FFF2-40B4-BE49-F238E27FC236}">
                <a16:creationId xmlns:a16="http://schemas.microsoft.com/office/drawing/2014/main" id="{9CF44D23-F42A-4863-BB73-F790FD0B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32111" y="98947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44" name="Graphique 43">
            <a:extLst>
              <a:ext uri="{FF2B5EF4-FFF2-40B4-BE49-F238E27FC236}">
                <a16:creationId xmlns:a16="http://schemas.microsoft.com/office/drawing/2014/main" id="{91BC6774-8791-7473-25BE-DFC3B99148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2378348"/>
              </p:ext>
            </p:extLst>
          </p:nvPr>
        </p:nvGraphicFramePr>
        <p:xfrm>
          <a:off x="2603068" y="3538627"/>
          <a:ext cx="4547830" cy="36098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9" name="Image 48">
            <a:extLst>
              <a:ext uri="{FF2B5EF4-FFF2-40B4-BE49-F238E27FC236}">
                <a16:creationId xmlns:a16="http://schemas.microsoft.com/office/drawing/2014/main" id="{11F5DC42-F580-B23E-8E3D-8B475792D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1"/>
            <a:ext cx="1013727" cy="1013727"/>
            <a:chOff x="0" y="0"/>
            <a:chExt cx="1351636" cy="1351636"/>
          </a:xfrm>
          <a:solidFill>
            <a:srgbClr val="8C9D8D"/>
          </a:solidFill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  <a:grpFill/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2160654" y="552407"/>
            <a:ext cx="86296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to Sans Bold"/>
              </a:rPr>
              <a:t>Nos infrastructures </a:t>
            </a:r>
            <a:r>
              <a:rPr lang="en-US" sz="3200" err="1">
                <a:solidFill>
                  <a:srgbClr val="000000"/>
                </a:solidFill>
                <a:latin typeface="Noto Sans Bold"/>
              </a:rPr>
              <a:t>hautement</a:t>
            </a:r>
            <a:r>
              <a:rPr lang="en-US" sz="3200">
                <a:solidFill>
                  <a:srgbClr val="000000"/>
                </a:solidFill>
                <a:latin typeface="Noto Sans Bold"/>
              </a:rPr>
              <a:t> </a:t>
            </a:r>
            <a:r>
              <a:rPr lang="en-US" sz="3200" err="1">
                <a:solidFill>
                  <a:srgbClr val="000000"/>
                </a:solidFill>
                <a:latin typeface="Noto Sans Bold"/>
              </a:rPr>
              <a:t>sécurisées</a:t>
            </a:r>
            <a:endParaRPr lang="en-US" sz="3200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6059" y="2764783"/>
            <a:ext cx="3244311" cy="33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47"/>
              </a:lnSpc>
            </a:pPr>
            <a:r>
              <a:rPr lang="en-US" sz="1898">
                <a:solidFill>
                  <a:srgbClr val="000000"/>
                </a:solidFill>
                <a:latin typeface="Noto Sans"/>
              </a:rPr>
              <a:t>Plus, de 42Gb </a:t>
            </a:r>
            <a:r>
              <a:rPr lang="en-US" sz="1898" err="1">
                <a:solidFill>
                  <a:srgbClr val="000000"/>
                </a:solidFill>
                <a:latin typeface="Noto Sans"/>
              </a:rPr>
              <a:t>vers</a:t>
            </a:r>
            <a:r>
              <a:rPr lang="en-US" sz="1898">
                <a:solidFill>
                  <a:srgbClr val="000000"/>
                </a:solidFill>
                <a:latin typeface="Noto Sans"/>
              </a:rPr>
              <a:t> internet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6059" y="2371500"/>
            <a:ext cx="2731422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000000"/>
                </a:solidFill>
                <a:latin typeface="Noto Sans Bold"/>
              </a:rPr>
              <a:t>Coeur de réseaux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50215" y="1921287"/>
            <a:ext cx="7421236" cy="7643873"/>
            <a:chOff x="0" y="0"/>
            <a:chExt cx="9894981" cy="1019183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>
              <a:alphaModFix amt="89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0" y="386804"/>
              <a:ext cx="9894981" cy="9805027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3425227" y="9073392"/>
              <a:ext cx="1089544" cy="311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59"/>
                </a:lnSpc>
              </a:pPr>
              <a:r>
                <a:rPr lang="en-US" sz="1399">
                  <a:solidFill>
                    <a:srgbClr val="000000"/>
                  </a:solidFill>
                  <a:latin typeface="Noto Sans"/>
                </a:rPr>
                <a:t>Toulouse</a:t>
              </a: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126357" y="900367"/>
              <a:ext cx="753117" cy="1302561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4947491" y="2202927"/>
              <a:ext cx="1129675" cy="1953841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1511337" y="2840128"/>
              <a:ext cx="7729808" cy="4240418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160415" y="1551647"/>
              <a:ext cx="753117" cy="1302561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913532" y="651280"/>
              <a:ext cx="753117" cy="1302561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5419232" y="0"/>
              <a:ext cx="753117" cy="1302561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7153792" y="5729170"/>
              <a:ext cx="753117" cy="1302561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777233" y="7659958"/>
              <a:ext cx="753117" cy="1302561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4570932" y="7940800"/>
              <a:ext cx="753117" cy="1302561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2879474" y="6357397"/>
              <a:ext cx="753117" cy="1302561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3425227" y="2821265"/>
              <a:ext cx="687063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Caen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60415" y="28222"/>
              <a:ext cx="1210442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Le Havre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5465" y="-38100"/>
              <a:ext cx="621641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Lille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8777" y="4182303"/>
              <a:ext cx="2087102" cy="1107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Paris</a:t>
              </a:r>
            </a:p>
            <a:p>
              <a:pPr algn="ctr"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Saint-Denis</a:t>
              </a:r>
            </a:p>
            <a:p>
              <a:pPr algn="ctr"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Lognes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4933" y="6970578"/>
              <a:ext cx="669943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Lyon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5754" y="8393739"/>
              <a:ext cx="1518243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Montpellier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3467" y="7130819"/>
              <a:ext cx="1234780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Bordeaux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5813" y="1104219"/>
              <a:ext cx="2087102" cy="3585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221"/>
                </a:lnSpc>
              </a:pPr>
              <a:r>
                <a:rPr lang="en-US" sz="1586">
                  <a:solidFill>
                    <a:srgbClr val="000000"/>
                  </a:solidFill>
                  <a:latin typeface="Noto Sans"/>
                </a:rPr>
                <a:t>Cherbourg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65759" y="3735144"/>
            <a:ext cx="444595" cy="10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99"/>
              </a:lnSpc>
            </a:pPr>
            <a:r>
              <a:rPr lang="en-US" sz="5799">
                <a:solidFill>
                  <a:srgbClr val="000000"/>
                </a:solidFill>
                <a:latin typeface="Noto Sans Bold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16059" y="4263782"/>
            <a:ext cx="2731422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000000"/>
                </a:solidFill>
                <a:latin typeface="Noto Sans Bold"/>
              </a:rPr>
              <a:t>Datacenters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16059" y="4811677"/>
            <a:ext cx="5141159" cy="209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47"/>
              </a:lnSpc>
            </a:pPr>
            <a:r>
              <a:rPr lang="en-US" sz="1898">
                <a:solidFill>
                  <a:srgbClr val="000000"/>
                </a:solidFill>
                <a:latin typeface="Noto Sans Bold"/>
              </a:rPr>
              <a:t>3 </a:t>
            </a:r>
            <a:r>
              <a:rPr lang="en-US" sz="1898">
                <a:solidFill>
                  <a:srgbClr val="000000"/>
                </a:solidFill>
                <a:latin typeface="Noto Sans"/>
              </a:rPr>
              <a:t>en Normandie</a:t>
            </a:r>
          </a:p>
          <a:p>
            <a:pPr>
              <a:lnSpc>
                <a:spcPts val="2847"/>
              </a:lnSpc>
            </a:pPr>
            <a:r>
              <a:rPr lang="en-US" sz="1898">
                <a:solidFill>
                  <a:srgbClr val="000000"/>
                </a:solidFill>
                <a:latin typeface="Arimo Bold"/>
              </a:rPr>
              <a:t>3</a:t>
            </a:r>
            <a:r>
              <a:rPr lang="en-US" sz="1898">
                <a:solidFill>
                  <a:srgbClr val="000000"/>
                </a:solidFill>
                <a:latin typeface="Arimo"/>
              </a:rPr>
              <a:t> en région Parisienne</a:t>
            </a:r>
          </a:p>
          <a:p>
            <a:pPr>
              <a:lnSpc>
                <a:spcPts val="2847"/>
              </a:lnSpc>
            </a:pPr>
            <a:r>
              <a:rPr lang="en-US" sz="1898">
                <a:solidFill>
                  <a:srgbClr val="000000"/>
                </a:solidFill>
                <a:latin typeface="Noto Sans"/>
              </a:rPr>
              <a:t>Interconnectés entre eux </a:t>
            </a:r>
          </a:p>
          <a:p>
            <a:pPr>
              <a:lnSpc>
                <a:spcPts val="2847"/>
              </a:lnSpc>
            </a:pPr>
            <a:r>
              <a:rPr lang="en-US" sz="1898">
                <a:solidFill>
                  <a:srgbClr val="000000"/>
                </a:solidFill>
                <a:latin typeface="Noto Sans"/>
              </a:rPr>
              <a:t>et des solutions de PRA/PCA</a:t>
            </a:r>
          </a:p>
          <a:p>
            <a:pPr>
              <a:lnSpc>
                <a:spcPts val="2847"/>
              </a:lnSpc>
            </a:pPr>
            <a:r>
              <a:rPr lang="en-US" sz="1898">
                <a:solidFill>
                  <a:srgbClr val="000000"/>
                </a:solidFill>
                <a:latin typeface="Noto Sans"/>
              </a:rPr>
              <a:t>(Plan de reprise et de continuité d’activité)</a:t>
            </a:r>
          </a:p>
          <a:p>
            <a:pPr>
              <a:lnSpc>
                <a:spcPts val="2847"/>
              </a:lnSpc>
            </a:pPr>
            <a:endParaRPr lang="en-US" sz="1898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160654" y="7554878"/>
            <a:ext cx="889189" cy="10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99"/>
              </a:lnSpc>
            </a:pPr>
            <a:r>
              <a:rPr lang="en-US" sz="5799">
                <a:solidFill>
                  <a:srgbClr val="000000"/>
                </a:solidFill>
                <a:latin typeface="Noto Sans Bold"/>
              </a:rPr>
              <a:t>23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81770" y="8090660"/>
            <a:ext cx="2731422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000000"/>
                </a:solidFill>
                <a:latin typeface="Noto Sans Bold"/>
              </a:rPr>
              <a:t>Portes de collecte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31094" y="8516903"/>
            <a:ext cx="2333923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</a:rPr>
              <a:t>Nationales et locales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279916" y="2421883"/>
            <a:ext cx="2731422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000000"/>
                </a:solidFill>
                <a:latin typeface="Noto Sans Bold"/>
              </a:rPr>
              <a:t>Environnement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79520" y="4697377"/>
            <a:ext cx="2821979" cy="10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99"/>
              </a:lnSpc>
            </a:pPr>
            <a:r>
              <a:rPr lang="en-US" sz="5799">
                <a:solidFill>
                  <a:srgbClr val="000000"/>
                </a:solidFill>
                <a:latin typeface="Noto Sans Bold"/>
              </a:rPr>
              <a:t>99,98%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616742" y="7481576"/>
            <a:ext cx="2731422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2200">
                <a:solidFill>
                  <a:srgbClr val="000000"/>
                </a:solidFill>
                <a:latin typeface="Noto Sans Bold"/>
              </a:rPr>
              <a:t>Supervision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279916" y="2858419"/>
            <a:ext cx="419993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49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</a:rPr>
              <a:t>Entièrement redondé et sécurité à la </a:t>
            </a:r>
          </a:p>
          <a:p>
            <a:pPr>
              <a:lnSpc>
                <a:spcPts val="2849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</a:rPr>
              <a:t>Norme Tiers III dernière génération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16601" y="5668907"/>
            <a:ext cx="2346275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</a:rPr>
              <a:t>Taux de disponibilité</a:t>
            </a:r>
          </a:p>
          <a:p>
            <a:pPr algn="ctr">
              <a:lnSpc>
                <a:spcPts val="2849"/>
              </a:lnSpc>
            </a:pPr>
            <a:endParaRPr lang="en-US" sz="1899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616742" y="7890000"/>
            <a:ext cx="4334999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49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</a:rPr>
              <a:t>En temps réel des équipements clients</a:t>
            </a:r>
          </a:p>
          <a:p>
            <a:pPr>
              <a:lnSpc>
                <a:spcPts val="2849"/>
              </a:lnSpc>
            </a:pPr>
            <a:r>
              <a:rPr lang="en-US" sz="1899">
                <a:solidFill>
                  <a:srgbClr val="000000"/>
                </a:solidFill>
                <a:latin typeface="Noto Sans"/>
              </a:rPr>
              <a:t>avec prise en main à distance</a:t>
            </a:r>
          </a:p>
        </p:txBody>
      </p:sp>
      <p:sp>
        <p:nvSpPr>
          <p:cNvPr id="44" name="Espace réservé du numéro de diapositive 43">
            <a:extLst>
              <a:ext uri="{FF2B5EF4-FFF2-40B4-BE49-F238E27FC236}">
                <a16:creationId xmlns:a16="http://schemas.microsoft.com/office/drawing/2014/main" id="{96C00466-EB0F-443A-892A-00859F85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11338" y="99026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4F6EB305-E450-BAAD-05B3-C3C85F750E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043673" y="2918460"/>
            <a:ext cx="16230600" cy="447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Créteil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le </a:t>
            </a:r>
            <a:r>
              <a:rPr lang="fr-FR">
                <a:solidFill>
                  <a:srgbClr val="000000"/>
                </a:solidFill>
                <a:latin typeface="Noto Sans"/>
              </a:rPr>
              <a:t>{{DATE_LONG}}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l’attention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{{CLIENT_CONTACT}},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Je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prie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trouver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ci-joint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toute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documentation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liée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aux solutions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télécom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complétée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par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nos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conditions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financières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.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Nous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remercions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l’intérêt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que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manifestez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l’égard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notre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société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souhaitons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que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proposition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retienne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toute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attention.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Nous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restons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entière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disposition pour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répondre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toutes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 questions. 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Nous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prions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croire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l’expression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nos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salutations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distinguées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.</a:t>
            </a:r>
          </a:p>
          <a:p>
            <a:pPr algn="just">
              <a:lnSpc>
                <a:spcPts val="2700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179515" y="1885869"/>
            <a:ext cx="3660685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err="1">
                <a:solidFill>
                  <a:srgbClr val="000000"/>
                </a:solidFill>
                <a:latin typeface="Noto Sans"/>
              </a:rPr>
              <a:t>{{CLIENT_NAME}}</a:t>
            </a:r>
            <a:r>
              <a:rPr lang="en-US" sz="2100">
                <a:solidFill>
                  <a:srgbClr val="000000"/>
                </a:solidFill>
                <a:latin typeface="Noto Sans"/>
              </a:rPr>
              <a:t/>
            </a: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</a:rPr>
              <a:t>{{CLIENT_ADDR1}}</a:t>
            </a:r>
            <a:r>
              <a:rPr lang="en-US" sz="2100" err="1">
                <a:solidFill>
                  <a:srgbClr val="000000"/>
                </a:solidFill>
                <a:latin typeface="Noto Sans"/>
              </a:rPr>
              <a:t/>
            </a:r>
            <a:endParaRPr lang="en-US" sz="2100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Noto Sans"/>
              </a:rPr>
              <a:t>{{CLIENT_ADDR2}}</a:t>
            </a:r>
            <a:r>
              <a:rPr lang="en-US" sz="2100" err="1">
                <a:solidFill>
                  <a:srgbClr val="000000"/>
                </a:solidFill>
                <a:latin typeface="Noto Sans"/>
              </a:rPr>
              <a:t/>
            </a:r>
            <a:r>
              <a:rPr lang="en-US" sz="2100">
                <a:solidFill>
                  <a:srgbClr val="000000"/>
                </a:solidFill>
                <a:latin typeface="Noto Sans"/>
              </a:rPr>
              <a:t/>
            </a:r>
            <a:r>
              <a:rPr lang="en-US" sz="2100" err="1">
                <a:solidFill>
                  <a:srgbClr val="000000"/>
                </a:solidFill>
                <a:latin typeface="Noto Sans"/>
              </a:rPr>
              <a:t/>
            </a:r>
            <a:r>
              <a:rPr lang="en-US" sz="2100">
                <a:solidFill>
                  <a:srgbClr val="000000"/>
                </a:solidFill>
                <a:latin typeface="Noto Sans"/>
              </a:rPr>
              <a:t/>
            </a:r>
            <a:r>
              <a:rPr lang="en-US" sz="2100" err="1">
                <a:solidFill>
                  <a:srgbClr val="000000"/>
                </a:solidFill>
                <a:latin typeface="Noto Sans"/>
              </a:rPr>
              <a:t/>
            </a:r>
            <a:endParaRPr lang="en-US" sz="2100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732C514-F9C2-4DA9-BDDC-53B081E2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43912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4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E4800D4-11DD-B2F1-537A-8F71735D1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890148" y="4584547"/>
            <a:ext cx="2120064" cy="2096214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28700" y="5811762"/>
            <a:ext cx="1542321" cy="0"/>
          </a:xfrm>
          <a:prstGeom prst="line">
            <a:avLst/>
          </a:prstGeom>
          <a:ln w="38100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88916" y="5193186"/>
            <a:ext cx="421889" cy="439468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79799" y="5788670"/>
            <a:ext cx="1542321" cy="0"/>
          </a:xfrm>
          <a:prstGeom prst="line">
            <a:avLst/>
          </a:prstGeom>
          <a:ln w="38100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150932" y="5377193"/>
            <a:ext cx="1998673" cy="868514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 rot="-2020294">
            <a:off x="9033029" y="4943054"/>
            <a:ext cx="1542321" cy="0"/>
          </a:xfrm>
          <a:prstGeom prst="line">
            <a:avLst/>
          </a:prstGeom>
          <a:ln w="38100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AutoShape 14"/>
          <p:cNvSpPr/>
          <p:nvPr/>
        </p:nvSpPr>
        <p:spPr>
          <a:xfrm rot="2008545">
            <a:off x="9044674" y="6754504"/>
            <a:ext cx="1542321" cy="0"/>
          </a:xfrm>
          <a:prstGeom prst="line">
            <a:avLst/>
          </a:prstGeom>
          <a:ln w="38100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0704593" y="2794545"/>
            <a:ext cx="1371802" cy="1094012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0837970" y="4293955"/>
            <a:ext cx="1238424" cy="1007767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0853975" y="6861442"/>
            <a:ext cx="1365649" cy="77966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1239050" y="7909335"/>
            <a:ext cx="815987" cy="1168731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160654" y="552407"/>
            <a:ext cx="862965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to Sans Bold"/>
              </a:rPr>
              <a:t>Infrastructure de la téléphonie hébergée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7971" y="5924670"/>
            <a:ext cx="843778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DATA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2336269" y="6861442"/>
            <a:ext cx="1365649" cy="77966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3815034" y="6861442"/>
            <a:ext cx="1365649" cy="779662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2457892" y="7909335"/>
            <a:ext cx="815987" cy="116873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13681872" y="7909335"/>
            <a:ext cx="815987" cy="1168731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269206" y="6710921"/>
            <a:ext cx="1361949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Routeur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65226" y="6399432"/>
            <a:ext cx="1170084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Switch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97612" y="3077208"/>
            <a:ext cx="1771366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Softphone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78780" y="4377871"/>
            <a:ext cx="1711086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Apllication mobile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428864" y="6881736"/>
            <a:ext cx="1687705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Téléphone fixe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006975" y="8616055"/>
            <a:ext cx="843778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Noto Sans"/>
              </a:rPr>
              <a:t>DECT</a:t>
            </a:r>
          </a:p>
        </p:txBody>
      </p:sp>
      <p:sp>
        <p:nvSpPr>
          <p:cNvPr id="31" name="Espace réservé du numéro de diapositive 30">
            <a:extLst>
              <a:ext uri="{FF2B5EF4-FFF2-40B4-BE49-F238E27FC236}">
                <a16:creationId xmlns:a16="http://schemas.microsoft.com/office/drawing/2014/main" id="{9D1492B3-D28B-469D-960A-4AC4B146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49769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5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05B3DD65-BF8F-BAFC-0A79-3B2D21B5A0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3558260" y="1648657"/>
            <a:ext cx="2769832" cy="3379914"/>
            <a:chOff x="0" y="0"/>
            <a:chExt cx="1058557" cy="2095595"/>
          </a:xfrm>
          <a:gradFill>
            <a:gsLst>
              <a:gs pos="86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41532" y="1620624"/>
            <a:ext cx="2769832" cy="3407948"/>
            <a:chOff x="0" y="0"/>
            <a:chExt cx="1058557" cy="2095595"/>
          </a:xfrm>
          <a:gradFill>
            <a:gsLst>
              <a:gs pos="86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79471" y="1617452"/>
            <a:ext cx="2769832" cy="3407949"/>
            <a:chOff x="0" y="0"/>
            <a:chExt cx="1058557" cy="2095595"/>
          </a:xfrm>
          <a:gradFill>
            <a:gsLst>
              <a:gs pos="86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7410" y="1629694"/>
            <a:ext cx="2769832" cy="3395708"/>
            <a:chOff x="0" y="0"/>
            <a:chExt cx="1058557" cy="2095595"/>
          </a:xfrm>
          <a:gradFill>
            <a:gsLst>
              <a:gs pos="86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4717290" y="2954773"/>
            <a:ext cx="441039" cy="0"/>
          </a:xfrm>
          <a:prstGeom prst="line">
            <a:avLst/>
          </a:prstGeom>
          <a:ln w="476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218612" y="2828011"/>
            <a:ext cx="314252" cy="31425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039600" y="2815168"/>
            <a:ext cx="314252" cy="314252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1574068" y="2815168"/>
            <a:ext cx="314252" cy="314252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330079" y="2848435"/>
            <a:ext cx="314252" cy="314252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4864547" y="2848435"/>
            <a:ext cx="314252" cy="31425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782076" y="2848435"/>
            <a:ext cx="314252" cy="314252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LES DIFFÉRENTS LIENS INTERNET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32042" y="1718600"/>
            <a:ext cx="1222270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ADSL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64604" y="1713495"/>
            <a:ext cx="1222270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4G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82875" y="1739164"/>
            <a:ext cx="2176439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 err="1">
                <a:solidFill>
                  <a:srgbClr val="000000"/>
                </a:solidFill>
                <a:latin typeface="Noto Sans Bold"/>
              </a:rPr>
              <a:t>Fibre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mutualisée</a:t>
            </a:r>
            <a:endParaRPr lang="en-US" sz="2000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504301" y="1769301"/>
            <a:ext cx="1996051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 err="1">
                <a:solidFill>
                  <a:srgbClr val="000000"/>
                </a:solidFill>
                <a:latin typeface="Noto Sans Bold"/>
              </a:rPr>
              <a:t>Fibre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dédiée</a:t>
            </a:r>
            <a:endParaRPr lang="en-US" sz="2000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16993" y="2201022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 err="1">
                <a:solidFill>
                  <a:srgbClr val="000000"/>
                </a:solidFill>
                <a:latin typeface="Noto Sans"/>
              </a:rPr>
              <a:t>Débit</a:t>
            </a:r>
            <a:r>
              <a:rPr lang="en-US" sz="20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moyen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06438" y="2717852"/>
            <a:ext cx="1438385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 err="1">
                <a:solidFill>
                  <a:srgbClr val="000000"/>
                </a:solidFill>
                <a:latin typeface="Noto Sans"/>
              </a:rPr>
              <a:t>Stabilité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17443" y="3290875"/>
            <a:ext cx="1222270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GTR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37871" y="3752843"/>
            <a:ext cx="1222270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 err="1">
                <a:solidFill>
                  <a:srgbClr val="000000"/>
                </a:solidFill>
                <a:latin typeface="Noto Sans"/>
              </a:rPr>
              <a:t>Délais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6745" y="4325866"/>
            <a:ext cx="1892225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Prix à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partir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3932230" y="2203341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0.5-10 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34007" y="3274485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24-48h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24539" y="3810056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15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jours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967089" y="4363721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41€ HT/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mois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415502" y="2203341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0.5-500 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29105" y="2202690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100 M à 1G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397492" y="2201022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10 à 1G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2589" y="3310111"/>
            <a:ext cx="2021893" cy="412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/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953441" y="3287655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24-48h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446223" y="3321426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4h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07625" y="3817312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7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jours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960147" y="3877611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15 à 22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jours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4504301" y="3893758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3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mois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407624" y="4356699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18€ HT/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mois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938557" y="4381443"/>
            <a:ext cx="2021893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52€ HT/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mois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4446223" y="4363721"/>
            <a:ext cx="2216396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168€ HT/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mois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50" name="Espace réservé du numéro de diapositive 49">
            <a:extLst>
              <a:ext uri="{FF2B5EF4-FFF2-40B4-BE49-F238E27FC236}">
                <a16:creationId xmlns:a16="http://schemas.microsoft.com/office/drawing/2014/main" id="{C9A729E0-DE3C-4CC0-A70C-1F3CA9D2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34217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6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BF12BAC0-7D1C-26AB-E02B-617D4CE11756}"/>
              </a:ext>
            </a:extLst>
          </p:cNvPr>
          <p:cNvSpPr txBox="1"/>
          <p:nvPr/>
        </p:nvSpPr>
        <p:spPr>
          <a:xfrm>
            <a:off x="5361325" y="5282740"/>
            <a:ext cx="7717748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>
                <a:solidFill>
                  <a:srgbClr val="000000"/>
                </a:solidFill>
                <a:latin typeface="Noto Sans Bold"/>
              </a:rPr>
              <a:t>Differences entre </a:t>
            </a:r>
            <a:r>
              <a:rPr lang="en-US" err="1">
                <a:solidFill>
                  <a:srgbClr val="000000"/>
                </a:solidFill>
                <a:latin typeface="Noto Sans Bold"/>
              </a:rPr>
              <a:t>offres</a:t>
            </a:r>
            <a:r>
              <a:rPr lang="en-US">
                <a:solidFill>
                  <a:srgbClr val="000000"/>
                </a:solidFill>
                <a:latin typeface="Noto Sans Bold"/>
              </a:rPr>
              <a:t> FTTH/FTTE &amp; FTTO</a:t>
            </a:r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F7D7B2E8-95AA-C7EE-D8D5-0BA3170F392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9" r="1957" b="12708"/>
          <a:stretch/>
        </p:blipFill>
        <p:spPr>
          <a:xfrm>
            <a:off x="2656861" y="5714461"/>
            <a:ext cx="13411199" cy="4476299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2A598DFA-2045-DD25-1010-84BCB56DB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2296783" y="4449399"/>
            <a:ext cx="2769832" cy="1388202"/>
            <a:chOff x="0" y="0"/>
            <a:chExt cx="1058557" cy="2095595"/>
          </a:xfrm>
          <a:solidFill>
            <a:srgbClr val="8C9D8D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03985" y="4449399"/>
            <a:ext cx="2769832" cy="1388202"/>
            <a:chOff x="0" y="0"/>
            <a:chExt cx="1058557" cy="2095595"/>
          </a:xfrm>
          <a:solidFill>
            <a:srgbClr val="8C9D8D"/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60742" y="4449399"/>
            <a:ext cx="2769832" cy="1388202"/>
            <a:chOff x="0" y="0"/>
            <a:chExt cx="1058557" cy="2095595"/>
          </a:xfrm>
          <a:solidFill>
            <a:srgbClr val="8C9D8D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74283" y="4449398"/>
            <a:ext cx="2769832" cy="1388203"/>
            <a:chOff x="0" y="0"/>
            <a:chExt cx="1058557" cy="2095595"/>
          </a:xfrm>
          <a:solidFill>
            <a:srgbClr val="8C9D8D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LES DIFFÉRENTS LIENS INTERNET : La 4G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70564" y="4848650"/>
            <a:ext cx="1222270" cy="4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>
                <a:solidFill>
                  <a:srgbClr val="000000"/>
                </a:solidFill>
                <a:latin typeface="Noto Sans Bold"/>
              </a:rPr>
              <a:t>20 Go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77760" y="4848650"/>
            <a:ext cx="1222270" cy="4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>
                <a:solidFill>
                  <a:srgbClr val="000000"/>
                </a:solidFill>
                <a:latin typeface="Noto Sans Bold"/>
              </a:rPr>
              <a:t>50 Go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99545" y="4791438"/>
            <a:ext cx="1978671" cy="449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>
                <a:solidFill>
                  <a:srgbClr val="000000"/>
                </a:solidFill>
                <a:latin typeface="Noto Sans Bold"/>
              </a:rPr>
              <a:t>100 Go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84209" y="4848650"/>
            <a:ext cx="1996051" cy="4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>
                <a:solidFill>
                  <a:srgbClr val="000000"/>
                </a:solidFill>
                <a:latin typeface="Noto Sans Bold"/>
              </a:rPr>
              <a:t>200 Go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951" y="2797568"/>
            <a:ext cx="4335226" cy="449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>
                <a:solidFill>
                  <a:srgbClr val="000000"/>
                </a:solidFill>
                <a:latin typeface="Noto Sans"/>
              </a:rPr>
              <a:t> La 4G : La Data internet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>
            <a:alphaModFix amt="8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415945" flipH="1">
            <a:off x="3399154" y="5969420"/>
            <a:ext cx="12232914" cy="2771703"/>
          </a:xfrm>
          <a:prstGeom prst="rect">
            <a:avLst/>
          </a:prstGeom>
        </p:spPr>
      </p:pic>
      <p:sp>
        <p:nvSpPr>
          <p:cNvPr id="50" name="Espace réservé du numéro de diapositive 49">
            <a:extLst>
              <a:ext uri="{FF2B5EF4-FFF2-40B4-BE49-F238E27FC236}">
                <a16:creationId xmlns:a16="http://schemas.microsoft.com/office/drawing/2014/main" id="{386E5988-D1F0-41FE-B24C-9C10D565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38171" y="98876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7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pSp>
        <p:nvGrpSpPr>
          <p:cNvPr id="51" name="Group 14">
            <a:extLst>
              <a:ext uri="{FF2B5EF4-FFF2-40B4-BE49-F238E27FC236}">
                <a16:creationId xmlns:a16="http://schemas.microsoft.com/office/drawing/2014/main" id="{25E33BFC-ACC3-4130-A61B-AEBC0716DAF0}"/>
              </a:ext>
            </a:extLst>
          </p:cNvPr>
          <p:cNvGrpSpPr/>
          <p:nvPr/>
        </p:nvGrpSpPr>
        <p:grpSpPr>
          <a:xfrm>
            <a:off x="14136187" y="4449399"/>
            <a:ext cx="2769832" cy="1388202"/>
            <a:chOff x="0" y="0"/>
            <a:chExt cx="1058557" cy="2095595"/>
          </a:xfrm>
          <a:gradFill>
            <a:gsLst>
              <a:gs pos="19550">
                <a:srgbClr val="98A799"/>
              </a:gs>
              <a:gs pos="34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A352D0A5-7712-4AE3-AF17-BFB8FD5FE37D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9" name="TextBox 27">
            <a:extLst>
              <a:ext uri="{FF2B5EF4-FFF2-40B4-BE49-F238E27FC236}">
                <a16:creationId xmlns:a16="http://schemas.microsoft.com/office/drawing/2014/main" id="{9A421151-1303-4AB8-8FE4-142116AB992E}"/>
              </a:ext>
            </a:extLst>
          </p:cNvPr>
          <p:cNvSpPr txBox="1"/>
          <p:nvPr/>
        </p:nvSpPr>
        <p:spPr>
          <a:xfrm>
            <a:off x="14480925" y="4831021"/>
            <a:ext cx="1996051" cy="45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>
                <a:solidFill>
                  <a:srgbClr val="000000"/>
                </a:solidFill>
                <a:latin typeface="Noto Sans Bold"/>
              </a:rPr>
              <a:t>500 Go</a:t>
            </a:r>
          </a:p>
        </p:txBody>
      </p:sp>
      <p:grpSp>
        <p:nvGrpSpPr>
          <p:cNvPr id="29" name="Group 8">
            <a:extLst>
              <a:ext uri="{FF2B5EF4-FFF2-40B4-BE49-F238E27FC236}">
                <a16:creationId xmlns:a16="http://schemas.microsoft.com/office/drawing/2014/main" id="{800A4AEE-7AD9-4471-93BF-8469CE9CF419}"/>
              </a:ext>
            </a:extLst>
          </p:cNvPr>
          <p:cNvGrpSpPr/>
          <p:nvPr/>
        </p:nvGrpSpPr>
        <p:grpSpPr>
          <a:xfrm>
            <a:off x="2296786" y="5953680"/>
            <a:ext cx="2769832" cy="637620"/>
            <a:chOff x="0" y="0"/>
            <a:chExt cx="1058557" cy="2095595"/>
          </a:xfrm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B1B601CD-DFBC-49E4-965F-604551FF5C94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adFill>
              <a:gsLst>
                <a:gs pos="19550">
                  <a:srgbClr val="8C9D8D"/>
                </a:gs>
                <a:gs pos="34000">
                  <a:srgbClr val="A0AEA1"/>
                </a:gs>
                <a:gs pos="0">
                  <a:srgbClr val="8C9D8D"/>
                </a:gs>
                <a:gs pos="0">
                  <a:srgbClr val="8C9D8D">
                    <a:tint val="23500"/>
                    <a:satMod val="160000"/>
                  </a:srgbClr>
                </a:gs>
              </a:gsLst>
              <a:lin ang="10800000" scaled="1"/>
            </a:gra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1" name="Group 10">
            <a:extLst>
              <a:ext uri="{FF2B5EF4-FFF2-40B4-BE49-F238E27FC236}">
                <a16:creationId xmlns:a16="http://schemas.microsoft.com/office/drawing/2014/main" id="{DFA46CBC-F8F7-4B80-A785-94AB5E93EB95}"/>
              </a:ext>
            </a:extLst>
          </p:cNvPr>
          <p:cNvGrpSpPr/>
          <p:nvPr/>
        </p:nvGrpSpPr>
        <p:grpSpPr>
          <a:xfrm>
            <a:off x="5303982" y="5953680"/>
            <a:ext cx="2769832" cy="637620"/>
            <a:chOff x="0" y="0"/>
            <a:chExt cx="1058557" cy="2095595"/>
          </a:xfrm>
          <a:gradFill>
            <a:gsLst>
              <a:gs pos="65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F32CCA8B-6148-427F-9869-E99086816C2A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3" name="Group 12">
            <a:extLst>
              <a:ext uri="{FF2B5EF4-FFF2-40B4-BE49-F238E27FC236}">
                <a16:creationId xmlns:a16="http://schemas.microsoft.com/office/drawing/2014/main" id="{A9EB152E-421B-4C76-845F-7B160832D785}"/>
              </a:ext>
            </a:extLst>
          </p:cNvPr>
          <p:cNvGrpSpPr/>
          <p:nvPr/>
        </p:nvGrpSpPr>
        <p:grpSpPr>
          <a:xfrm>
            <a:off x="8325657" y="5953680"/>
            <a:ext cx="2769835" cy="637620"/>
            <a:chOff x="0" y="0"/>
            <a:chExt cx="1058557" cy="2095595"/>
          </a:xfrm>
          <a:gradFill>
            <a:gsLst>
              <a:gs pos="67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CC813854-9A45-4573-8506-23C9005EBA2F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5" name="Group 14">
            <a:extLst>
              <a:ext uri="{FF2B5EF4-FFF2-40B4-BE49-F238E27FC236}">
                <a16:creationId xmlns:a16="http://schemas.microsoft.com/office/drawing/2014/main" id="{6B9869AB-8E6A-485C-8441-0B1D9B8B6E2B}"/>
              </a:ext>
            </a:extLst>
          </p:cNvPr>
          <p:cNvGrpSpPr/>
          <p:nvPr/>
        </p:nvGrpSpPr>
        <p:grpSpPr>
          <a:xfrm>
            <a:off x="11170778" y="5933821"/>
            <a:ext cx="2769834" cy="657480"/>
            <a:chOff x="0" y="0"/>
            <a:chExt cx="1058557" cy="2095595"/>
          </a:xfrm>
          <a:gradFill>
            <a:gsLst>
              <a:gs pos="73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A52B309F-D20D-4DDD-B40C-60F9EBB3BB45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14">
            <a:extLst>
              <a:ext uri="{FF2B5EF4-FFF2-40B4-BE49-F238E27FC236}">
                <a16:creationId xmlns:a16="http://schemas.microsoft.com/office/drawing/2014/main" id="{A82977FF-3BF5-483A-A718-274B136A94F8}"/>
              </a:ext>
            </a:extLst>
          </p:cNvPr>
          <p:cNvGrpSpPr/>
          <p:nvPr/>
        </p:nvGrpSpPr>
        <p:grpSpPr>
          <a:xfrm>
            <a:off x="14127540" y="5928620"/>
            <a:ext cx="2746508" cy="657480"/>
            <a:chOff x="0" y="0"/>
            <a:chExt cx="1058557" cy="2095595"/>
          </a:xfrm>
          <a:gradFill>
            <a:gsLst>
              <a:gs pos="86000">
                <a:srgbClr val="8C9D8D"/>
              </a:gs>
              <a:gs pos="100000">
                <a:srgbClr val="A0AEA1"/>
              </a:gs>
              <a:gs pos="0">
                <a:srgbClr val="8C9D8D"/>
              </a:gs>
              <a:gs pos="0">
                <a:srgbClr val="8C9D8D">
                  <a:tint val="23500"/>
                  <a:satMod val="160000"/>
                </a:srgbClr>
              </a:gs>
            </a:gsLst>
            <a:lin ang="10800000" scaled="1"/>
          </a:gradFill>
        </p:grpSpPr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E8EA60CC-1233-4418-9A95-B0D611125176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9" name="TextBox 24">
            <a:extLst>
              <a:ext uri="{FF2B5EF4-FFF2-40B4-BE49-F238E27FC236}">
                <a16:creationId xmlns:a16="http://schemas.microsoft.com/office/drawing/2014/main" id="{2E6DBFCE-0566-43E9-A1CF-2C573A209A76}"/>
              </a:ext>
            </a:extLst>
          </p:cNvPr>
          <p:cNvSpPr txBox="1"/>
          <p:nvPr/>
        </p:nvSpPr>
        <p:spPr>
          <a:xfrm>
            <a:off x="2022911" y="5993437"/>
            <a:ext cx="3505199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19,50 € HT/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mois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1DEB6554-B33F-4ECB-BCA0-1AD9A2A4588D}"/>
              </a:ext>
            </a:extLst>
          </p:cNvPr>
          <p:cNvSpPr txBox="1"/>
          <p:nvPr/>
        </p:nvSpPr>
        <p:spPr>
          <a:xfrm>
            <a:off x="4885372" y="6001353"/>
            <a:ext cx="3505199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28,00 € HT/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mois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4D4C3E88-912B-489E-9C84-F912878FB936}"/>
              </a:ext>
            </a:extLst>
          </p:cNvPr>
          <p:cNvSpPr txBox="1"/>
          <p:nvPr/>
        </p:nvSpPr>
        <p:spPr>
          <a:xfrm>
            <a:off x="7957976" y="6022832"/>
            <a:ext cx="3505199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50,00 € HT/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mois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BAF28488-B57C-49E1-A261-5D162A646229}"/>
              </a:ext>
            </a:extLst>
          </p:cNvPr>
          <p:cNvSpPr txBox="1"/>
          <p:nvPr/>
        </p:nvSpPr>
        <p:spPr>
          <a:xfrm>
            <a:off x="10720524" y="6001353"/>
            <a:ext cx="3505199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84,00 € HT/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mois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EAD5F42C-0038-4340-94F9-8A32E58420C2}"/>
              </a:ext>
            </a:extLst>
          </p:cNvPr>
          <p:cNvSpPr txBox="1"/>
          <p:nvPr/>
        </p:nvSpPr>
        <p:spPr>
          <a:xfrm>
            <a:off x="13656681" y="6005415"/>
            <a:ext cx="3505199" cy="431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000">
                <a:solidFill>
                  <a:srgbClr val="000000"/>
                </a:solidFill>
                <a:latin typeface="Noto Sans Bold"/>
              </a:rPr>
              <a:t>166,00 € HT/</a:t>
            </a:r>
            <a:r>
              <a:rPr lang="en-US" sz="2000" err="1">
                <a:solidFill>
                  <a:srgbClr val="000000"/>
                </a:solidFill>
                <a:latin typeface="Noto Sans Bold"/>
              </a:rPr>
              <a:t>mois</a:t>
            </a:r>
            <a:r>
              <a:rPr lang="en-US" sz="2000">
                <a:solidFill>
                  <a:srgbClr val="000000"/>
                </a:solidFill>
                <a:latin typeface="Noto Sans Bold"/>
              </a:rPr>
              <a:t> </a:t>
            </a:r>
          </a:p>
        </p:txBody>
      </p:sp>
      <p:grpSp>
        <p:nvGrpSpPr>
          <p:cNvPr id="44" name="Group 8">
            <a:extLst>
              <a:ext uri="{FF2B5EF4-FFF2-40B4-BE49-F238E27FC236}">
                <a16:creationId xmlns:a16="http://schemas.microsoft.com/office/drawing/2014/main" id="{4E3CB7C0-0B4B-44B3-B67A-3977840F8021}"/>
              </a:ext>
            </a:extLst>
          </p:cNvPr>
          <p:cNvGrpSpPr/>
          <p:nvPr/>
        </p:nvGrpSpPr>
        <p:grpSpPr>
          <a:xfrm>
            <a:off x="12570788" y="2610495"/>
            <a:ext cx="4335227" cy="835772"/>
            <a:chOff x="0" y="0"/>
            <a:chExt cx="1058557" cy="2095595"/>
          </a:xfrm>
        </p:grpSpPr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EAF2EEE2-FD94-4C52-B294-D69F3ECA2B8A}"/>
                </a:ext>
              </a:extLst>
            </p:cNvPr>
            <p:cNvSpPr/>
            <p:nvPr/>
          </p:nvSpPr>
          <p:spPr>
            <a:xfrm>
              <a:off x="0" y="0"/>
              <a:ext cx="1058558" cy="2095595"/>
            </a:xfrm>
            <a:custGeom>
              <a:avLst/>
              <a:gdLst/>
              <a:ahLst/>
              <a:cxnLst/>
              <a:rect l="l" t="t" r="r" b="b"/>
              <a:pathLst>
                <a:path w="1058558" h="2095595">
                  <a:moveTo>
                    <a:pt x="934097" y="2095595"/>
                  </a:moveTo>
                  <a:lnTo>
                    <a:pt x="124460" y="2095595"/>
                  </a:lnTo>
                  <a:cubicBezTo>
                    <a:pt x="55880" y="2095595"/>
                    <a:pt x="0" y="2039715"/>
                    <a:pt x="0" y="1971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934098" y="0"/>
                  </a:lnTo>
                  <a:cubicBezTo>
                    <a:pt x="1002678" y="0"/>
                    <a:pt x="1058558" y="55880"/>
                    <a:pt x="1058558" y="124460"/>
                  </a:cubicBezTo>
                  <a:lnTo>
                    <a:pt x="1058558" y="1971135"/>
                  </a:lnTo>
                  <a:cubicBezTo>
                    <a:pt x="1058558" y="2039715"/>
                    <a:pt x="1002678" y="2095595"/>
                    <a:pt x="934098" y="2095595"/>
                  </a:cubicBezTo>
                  <a:close/>
                </a:path>
              </a:pathLst>
            </a:custGeom>
            <a:gradFill>
              <a:gsLst>
                <a:gs pos="25000">
                  <a:srgbClr val="8C9D8D"/>
                </a:gs>
                <a:gs pos="50000">
                  <a:srgbClr val="8C9D8D">
                    <a:tint val="44500"/>
                    <a:satMod val="160000"/>
                  </a:srgbClr>
                </a:gs>
                <a:gs pos="100000">
                  <a:srgbClr val="8C9D8D">
                    <a:tint val="23500"/>
                    <a:satMod val="160000"/>
                  </a:srgbClr>
                </a:gs>
              </a:gsLst>
              <a:lin ang="10800000" scaled="1"/>
            </a:gra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6" name="TextBox 24">
            <a:extLst>
              <a:ext uri="{FF2B5EF4-FFF2-40B4-BE49-F238E27FC236}">
                <a16:creationId xmlns:a16="http://schemas.microsoft.com/office/drawing/2014/main" id="{BC38304D-F0F9-4873-AC67-542BBF69F373}"/>
              </a:ext>
            </a:extLst>
          </p:cNvPr>
          <p:cNvSpPr txBox="1"/>
          <p:nvPr/>
        </p:nvSpPr>
        <p:spPr>
          <a:xfrm>
            <a:off x="12072461" y="2793593"/>
            <a:ext cx="5486400" cy="449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549" err="1">
                <a:solidFill>
                  <a:srgbClr val="000000"/>
                </a:solidFill>
                <a:latin typeface="Noto Sans Bold"/>
              </a:rPr>
              <a:t>Routeur</a:t>
            </a:r>
            <a:r>
              <a:rPr lang="en-US" sz="2549">
                <a:solidFill>
                  <a:srgbClr val="000000"/>
                </a:solidFill>
                <a:latin typeface="Noto Sans Bold"/>
              </a:rPr>
              <a:t> = 250,00€ HT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47D2482-ABA2-4A4F-7580-766972028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1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b="21259"/>
          <a:stretch>
            <a:fillRect/>
          </a:stretch>
        </p:blipFill>
        <p:spPr>
          <a:xfrm>
            <a:off x="1269828" y="3462202"/>
            <a:ext cx="2877255" cy="221262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18746" t="26122" r="11654" b="6320"/>
          <a:stretch>
            <a:fillRect/>
          </a:stretch>
        </p:blipFill>
        <p:spPr>
          <a:xfrm>
            <a:off x="13206052" y="3462202"/>
            <a:ext cx="3939895" cy="2404096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5512061" y="2389902"/>
            <a:ext cx="7263880" cy="6461643"/>
            <a:chOff x="0" y="0"/>
            <a:chExt cx="9685172" cy="8615524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4168028" y="0"/>
              <a:ext cx="1159793" cy="805529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6584939" y="577534"/>
              <a:ext cx="635458" cy="74047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7534275" y="1980396"/>
              <a:ext cx="726892" cy="654203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856963" y="5264596"/>
              <a:ext cx="630665" cy="968898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p:blipFill>
          <p:spPr>
            <a:xfrm>
              <a:off x="8261168" y="3831871"/>
              <a:ext cx="949336" cy="621383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>
              <a:off x="8169852" y="5264596"/>
              <a:ext cx="940112" cy="634149"/>
            </a:xfrm>
            <a:prstGeom prst="rect">
              <a:avLst/>
            </a:prstGeom>
          </p:spPr>
        </p:pic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p:blipFill>
          <p:spPr>
            <a:xfrm>
              <a:off x="8931219" y="5337125"/>
              <a:ext cx="76600" cy="146795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>
            <a:xfrm>
              <a:off x="6808363" y="6703225"/>
              <a:ext cx="824068" cy="824068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/>
            </a:stretch>
          </p:blipFill>
          <p:spPr>
            <a:xfrm>
              <a:off x="1620260" y="6703225"/>
              <a:ext cx="838335" cy="705726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>
            <a:xfrm>
              <a:off x="4408195" y="7411417"/>
              <a:ext cx="919627" cy="919627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/>
            </a:stretch>
          </p:blipFill>
          <p:spPr>
            <a:xfrm>
              <a:off x="580405" y="3715445"/>
              <a:ext cx="814850" cy="73780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>
            <a:xfrm>
              <a:off x="987830" y="2028891"/>
              <a:ext cx="368931" cy="605708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>
              <a:fillRect/>
            </a:stretch>
          </p:blipFill>
          <p:spPr>
            <a:xfrm>
              <a:off x="1884687" y="604292"/>
              <a:ext cx="864629" cy="713712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3151077" y="4142563"/>
              <a:ext cx="3433863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840"/>
                </a:lnSpc>
              </a:pPr>
              <a:r>
                <a:rPr lang="en-US" sz="3200" spc="48">
                  <a:solidFill>
                    <a:srgbClr val="252629"/>
                  </a:solidFill>
                  <a:latin typeface="Noto Sans Bold"/>
                </a:rPr>
                <a:t>SOFTPHONE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98589" y="757904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 err="1">
                  <a:solidFill>
                    <a:srgbClr val="252629"/>
                  </a:solidFill>
                  <a:latin typeface="Noto Sans Bold"/>
                </a:rPr>
                <a:t>Conférences</a:t>
              </a:r>
              <a:endParaRPr lang="en-US" sz="1400" spc="-28">
                <a:solidFill>
                  <a:srgbClr val="252629"/>
                </a:solidFill>
                <a:latin typeface="Noto Sans Bold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2776" y="1327590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Boîte vocale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53333" y="1327590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Annuaires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83980" y="2714524"/>
              <a:ext cx="2054856" cy="6901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 err="1">
                  <a:solidFill>
                    <a:srgbClr val="252629"/>
                  </a:solidFill>
                  <a:latin typeface="Noto Sans Bold"/>
                </a:rPr>
                <a:t>Intégration</a:t>
              </a: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 à </a:t>
              </a:r>
              <a:r>
                <a:rPr lang="en-US" sz="1400" spc="-28" err="1">
                  <a:solidFill>
                    <a:srgbClr val="252629"/>
                  </a:solidFill>
                  <a:latin typeface="Noto Sans Bold"/>
                </a:rPr>
                <a:t>MicrosoftOutlook</a:t>
              </a:r>
              <a:endParaRPr lang="en-US" sz="1400" spc="-28">
                <a:solidFill>
                  <a:srgbClr val="252629"/>
                </a:solidFill>
                <a:latin typeface="Noto Sans Bold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86500" y="4418788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Mobilité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0572" y="5956349"/>
              <a:ext cx="1898672" cy="68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Messagerie instantanée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62496" y="7539126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Liste des favoris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7830" y="7361326"/>
              <a:ext cx="2412381" cy="1043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Réponse automatique personnelle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4458158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Etat de présence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2959" y="2714524"/>
              <a:ext cx="1898672" cy="687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Enregistrement vocale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54661" y="8283419"/>
              <a:ext cx="1898672" cy="332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400" spc="-28">
                  <a:solidFill>
                    <a:srgbClr val="252629"/>
                  </a:solidFill>
                  <a:latin typeface="Noto Sans Bold"/>
                </a:rPr>
                <a:t>Click to call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LE SOFT PHONE LEVAD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83660" y="5854760"/>
            <a:ext cx="318720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252629"/>
                </a:solidFill>
                <a:latin typeface="Noto Sans"/>
              </a:rPr>
              <a:t>Téléphonez depuis votre ordinateur … Plus besoin de téléphone fixe !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334378" y="6019744"/>
            <a:ext cx="393989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252629"/>
                </a:solidFill>
                <a:latin typeface="Noto Sans"/>
              </a:rPr>
              <a:t>Appelez depuis votre Smartphone comme depuis le bureau</a:t>
            </a: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1E27833E-892D-444D-994D-4A07B9C0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9147" y="99160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8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B7B74A55-D448-731E-2919-86607174806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6" name="TextBox 36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TEAMS BY LEVAD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2739" y="2098466"/>
            <a:ext cx="10523061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2800" b="1" err="1">
                <a:latin typeface="Noto Sans"/>
              </a:rPr>
              <a:t>Jumeler</a:t>
            </a:r>
            <a:r>
              <a:rPr lang="en-US" sz="2800" b="1">
                <a:latin typeface="Noto Sans"/>
              </a:rPr>
              <a:t> Team avec </a:t>
            </a:r>
            <a:r>
              <a:rPr lang="en-US" sz="2800" b="1" err="1">
                <a:latin typeface="Noto Sans"/>
              </a:rPr>
              <a:t>notre</a:t>
            </a:r>
            <a:r>
              <a:rPr lang="en-US" sz="2800" b="1">
                <a:latin typeface="Noto Sans"/>
              </a:rPr>
              <a:t> </a:t>
            </a:r>
            <a:r>
              <a:rPr lang="en-US" sz="2800" b="1" err="1">
                <a:latin typeface="Noto Sans"/>
              </a:rPr>
              <a:t>téléphonie</a:t>
            </a:r>
            <a:r>
              <a:rPr lang="en-US" sz="2800" b="1">
                <a:latin typeface="Noto Sans"/>
              </a:rPr>
              <a:t> et </a:t>
            </a:r>
            <a:r>
              <a:rPr lang="en-US" sz="2800" b="1" err="1">
                <a:latin typeface="Noto Sans"/>
              </a:rPr>
              <a:t>appeler</a:t>
            </a:r>
            <a:r>
              <a:rPr lang="en-US" sz="2800" b="1">
                <a:latin typeface="Noto Sans"/>
              </a:rPr>
              <a:t> </a:t>
            </a:r>
            <a:r>
              <a:rPr lang="en-US" sz="2800" b="1" err="1">
                <a:latin typeface="Noto Sans"/>
              </a:rPr>
              <a:t>vers</a:t>
            </a:r>
            <a:r>
              <a:rPr lang="en-US" sz="2800" b="1">
                <a:latin typeface="Noto Sans"/>
              </a:rPr>
              <a:t> les fixes et les mobiles </a:t>
            </a:r>
            <a:r>
              <a:rPr lang="en-US" sz="2800" b="1" err="1">
                <a:latin typeface="Noto Sans"/>
              </a:rPr>
              <a:t>en</a:t>
            </a:r>
            <a:r>
              <a:rPr lang="en-US" sz="2800" b="1">
                <a:latin typeface="Noto Sans"/>
              </a:rPr>
              <a:t> France </a:t>
            </a:r>
            <a:r>
              <a:rPr lang="en-US" sz="2800" b="1" err="1">
                <a:latin typeface="Noto Sans"/>
              </a:rPr>
              <a:t>en</a:t>
            </a:r>
            <a:r>
              <a:rPr lang="en-US" sz="2800" b="1">
                <a:latin typeface="Noto Sans"/>
              </a:rPr>
              <a:t> </a:t>
            </a:r>
            <a:r>
              <a:rPr lang="en-US" sz="2800" b="1" err="1">
                <a:latin typeface="Noto Sans"/>
              </a:rPr>
              <a:t>illimité</a:t>
            </a:r>
            <a:endParaRPr lang="en-US" sz="2800" b="1">
              <a:latin typeface="Noto Sans"/>
            </a:endParaRPr>
          </a:p>
        </p:txBody>
      </p:sp>
      <p:sp>
        <p:nvSpPr>
          <p:cNvPr id="39" name="Espace réservé du numéro de diapositive 38">
            <a:extLst>
              <a:ext uri="{FF2B5EF4-FFF2-40B4-BE49-F238E27FC236}">
                <a16:creationId xmlns:a16="http://schemas.microsoft.com/office/drawing/2014/main" id="{1E27833E-892D-444D-994D-4A07B9C0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9147" y="99160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9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1" name="Image 40" descr="Une image contenant texte, capture d’écran, personne, logiciel&#10;&#10;Description générée automatiquement">
            <a:extLst>
              <a:ext uri="{FF2B5EF4-FFF2-40B4-BE49-F238E27FC236}">
                <a16:creationId xmlns:a16="http://schemas.microsoft.com/office/drawing/2014/main" id="{A3800885-0DD9-F4A6-1422-2A284E7C0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4152900"/>
            <a:ext cx="9829800" cy="4919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3" name="Larme 42">
            <a:extLst>
              <a:ext uri="{FF2B5EF4-FFF2-40B4-BE49-F238E27FC236}">
                <a16:creationId xmlns:a16="http://schemas.microsoft.com/office/drawing/2014/main" id="{6515F266-0F42-87C3-E7A9-2E1B1D07F75F}"/>
              </a:ext>
            </a:extLst>
          </p:cNvPr>
          <p:cNvSpPr/>
          <p:nvPr/>
        </p:nvSpPr>
        <p:spPr>
          <a:xfrm>
            <a:off x="679329" y="8727636"/>
            <a:ext cx="1617453" cy="1423358"/>
          </a:xfrm>
          <a:prstGeom prst="teardrop">
            <a:avLst/>
          </a:prstGeom>
          <a:solidFill>
            <a:srgbClr val="8C9D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bg1"/>
              </a:solidFill>
              <a:latin typeface="Noto Sans"/>
            </a:endParaRPr>
          </a:p>
          <a:p>
            <a:pPr algn="ctr"/>
            <a:r>
              <a:rPr lang="en-US" b="1">
                <a:solidFill>
                  <a:schemeClr val="bg1"/>
                </a:solidFill>
                <a:latin typeface="Noto Sans"/>
              </a:rPr>
              <a:t>1 OUTIL UNIQUE </a:t>
            </a:r>
          </a:p>
          <a:p>
            <a:pPr algn="ctr"/>
            <a:endParaRPr lang="fr-FR"/>
          </a:p>
        </p:txBody>
      </p:sp>
      <p:sp>
        <p:nvSpPr>
          <p:cNvPr id="45" name="Bulle narrative : ronde 44">
            <a:extLst>
              <a:ext uri="{FF2B5EF4-FFF2-40B4-BE49-F238E27FC236}">
                <a16:creationId xmlns:a16="http://schemas.microsoft.com/office/drawing/2014/main" id="{17118E72-20AB-A2A6-9C3F-CAAEEB6229C4}"/>
              </a:ext>
            </a:extLst>
          </p:cNvPr>
          <p:cNvSpPr/>
          <p:nvPr/>
        </p:nvSpPr>
        <p:spPr>
          <a:xfrm>
            <a:off x="14938126" y="1934461"/>
            <a:ext cx="2620735" cy="2419357"/>
          </a:xfrm>
          <a:prstGeom prst="wedgeEllipseCallout">
            <a:avLst/>
          </a:prstGeom>
          <a:solidFill>
            <a:srgbClr val="8C9D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/>
              <a:t>Partager des documents, appeler, organiser vos réunions, vos rendez-vous …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D3B6B7E-68E6-CCDC-07A7-74976775D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8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FONCTIONNALITÉS TÉLÉPHONIQUES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0897" y="1951647"/>
            <a:ext cx="2502235" cy="48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00"/>
              </a:lnSpc>
            </a:pPr>
            <a:r>
              <a:rPr lang="en-US" sz="2600">
                <a:solidFill>
                  <a:srgbClr val="252629"/>
                </a:solidFill>
                <a:latin typeface="Noto Sans Bold"/>
              </a:rPr>
              <a:t>Numérotation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30935" y="1730666"/>
            <a:ext cx="4453938" cy="3152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Affichage du numéro d'appelé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Numérotation courte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Journaux d'appels : Reçus, émis, manqués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Rappel du dernier Numéro (bis)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Présentation du nom (appels internes)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Gestion du numéro présenté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Customisation des numéros interdits </a:t>
            </a:r>
          </a:p>
          <a:p>
            <a:pPr>
              <a:lnSpc>
                <a:spcPts val="3199"/>
              </a:lnSpc>
            </a:pPr>
            <a:endParaRPr lang="en-US" sz="1599">
              <a:solidFill>
                <a:srgbClr val="252629"/>
              </a:solidFill>
              <a:latin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80897" y="5054918"/>
            <a:ext cx="2502235" cy="48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00"/>
              </a:lnSpc>
            </a:pPr>
            <a:r>
              <a:rPr lang="en-US" sz="2600" err="1">
                <a:solidFill>
                  <a:srgbClr val="252629"/>
                </a:solidFill>
                <a:latin typeface="Noto Sans Bold"/>
              </a:rPr>
              <a:t>Messagerie</a:t>
            </a:r>
            <a:endParaRPr lang="en-US" sz="2600">
              <a:solidFill>
                <a:srgbClr val="252629"/>
              </a:solidFill>
              <a:latin typeface="Noto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530935" y="4736566"/>
            <a:ext cx="5365206" cy="355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Noto Sans"/>
              </a:rPr>
              <a:t>Messagerie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unifiée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: envoi des messages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vocaux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dans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boîtes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email avec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fichier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(.mp3)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Horodatage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Transfert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du message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vers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un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autre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utilisateur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Rappelde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l’expéditeur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I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nterrogation / gestion à distance 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Messagerie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d’absence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Messagerie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de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groupe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>
              <a:lnSpc>
                <a:spcPts val="3199"/>
              </a:lnSpc>
            </a:pPr>
            <a:endParaRPr lang="en-US" sz="1599">
              <a:solidFill>
                <a:srgbClr val="252629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80897" y="7996657"/>
            <a:ext cx="2502235" cy="97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00"/>
              </a:lnSpc>
            </a:pPr>
            <a:r>
              <a:rPr lang="en-US" sz="2600">
                <a:solidFill>
                  <a:srgbClr val="252629"/>
                </a:solidFill>
                <a:latin typeface="Noto Sans Bold"/>
              </a:rPr>
              <a:t>Applications Options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30935" y="8023326"/>
            <a:ext cx="5365206" cy="275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Version web accessible partout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Client Windows et Linux (MacOS en cours de dev.)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Client iOS-Androïd – Softphone 100% mobile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Postes téléphoniques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Sonnerie simultanée</a:t>
            </a:r>
          </a:p>
          <a:p>
            <a:pPr>
              <a:lnSpc>
                <a:spcPts val="3199"/>
              </a:lnSpc>
            </a:pPr>
            <a:endParaRPr lang="en-US" sz="1599">
              <a:solidFill>
                <a:srgbClr val="252629"/>
              </a:solidFill>
              <a:latin typeface="Arimo"/>
            </a:endParaRPr>
          </a:p>
          <a:p>
            <a:pPr>
              <a:lnSpc>
                <a:spcPts val="3199"/>
              </a:lnSpc>
            </a:pPr>
            <a:endParaRPr lang="en-US" sz="1599">
              <a:solidFill>
                <a:srgbClr val="252629"/>
              </a:solidFill>
              <a:latin typeface="Arimo"/>
            </a:endParaRPr>
          </a:p>
        </p:txBody>
      </p:sp>
      <p:sp>
        <p:nvSpPr>
          <p:cNvPr id="15" name="AutoShape 15"/>
          <p:cNvSpPr/>
          <p:nvPr/>
        </p:nvSpPr>
        <p:spPr>
          <a:xfrm rot="5400000">
            <a:off x="2491659" y="3190986"/>
            <a:ext cx="2465614" cy="9526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AutoShape 16"/>
          <p:cNvSpPr/>
          <p:nvPr/>
        </p:nvSpPr>
        <p:spPr>
          <a:xfrm rot="5400000">
            <a:off x="2298137" y="6386204"/>
            <a:ext cx="2843132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AutoShape 17"/>
          <p:cNvSpPr/>
          <p:nvPr/>
        </p:nvSpPr>
        <p:spPr>
          <a:xfrm rot="5399999">
            <a:off x="2907330" y="9044007"/>
            <a:ext cx="1624747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9686231" y="1951647"/>
            <a:ext cx="3539402" cy="48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900"/>
              </a:lnSpc>
            </a:pPr>
            <a:r>
              <a:rPr lang="en-US" sz="2600">
                <a:solidFill>
                  <a:srgbClr val="252629"/>
                </a:solidFill>
                <a:latin typeface="Noto Sans Bold"/>
              </a:rPr>
              <a:t>Gestion des appels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25632" y="1792099"/>
            <a:ext cx="4305772" cy="675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Noto Sans"/>
              </a:rPr>
              <a:t>Double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appel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- Mise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Noto Sans"/>
              </a:rPr>
              <a:t>attente</a:t>
            </a:r>
            <a:endParaRPr lang="en-US" sz="1599">
              <a:solidFill>
                <a:srgbClr val="252629"/>
              </a:solidFill>
              <a:latin typeface="Noto Sans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Transfert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d’appel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Main Libre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Renvois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d’appel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(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systématique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, non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réponse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, occupation, poste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déconnecté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)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Renvois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sur plages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horaires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Conférence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à trois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Touche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muet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Interception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d’appel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Groupes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d’appel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Fonction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« ne pas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déranger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»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 err="1">
                <a:solidFill>
                  <a:srgbClr val="252629"/>
                </a:solidFill>
                <a:latin typeface="Arimo"/>
              </a:rPr>
              <a:t>Annuaire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utilisateur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Mélodie Interne/externe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Supervision</a:t>
            </a:r>
          </a:p>
          <a:p>
            <a:pPr marL="345439" lvl="1" indent="-172720">
              <a:lnSpc>
                <a:spcPts val="3199"/>
              </a:lnSpc>
              <a:buFont typeface="Arial"/>
              <a:buChar char="•"/>
            </a:pPr>
            <a:r>
              <a:rPr lang="en-US" sz="1599">
                <a:solidFill>
                  <a:srgbClr val="252629"/>
                </a:solidFill>
                <a:latin typeface="Arimo"/>
              </a:rPr>
              <a:t>Touches de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Raccourcis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/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Historique</a:t>
            </a:r>
            <a:r>
              <a:rPr lang="en-US" sz="1599">
                <a:solidFill>
                  <a:srgbClr val="252629"/>
                </a:solidFill>
                <a:latin typeface="Arimo"/>
              </a:rPr>
              <a:t> des </a:t>
            </a:r>
            <a:r>
              <a:rPr lang="en-US" sz="1599" err="1">
                <a:solidFill>
                  <a:srgbClr val="252629"/>
                </a:solidFill>
                <a:latin typeface="Arimo"/>
              </a:rPr>
              <a:t>appels</a:t>
            </a:r>
            <a:endParaRPr lang="en-US" sz="1599">
              <a:solidFill>
                <a:srgbClr val="252629"/>
              </a:solidFill>
              <a:latin typeface="Arimo"/>
            </a:endParaRPr>
          </a:p>
          <a:p>
            <a:pPr>
              <a:lnSpc>
                <a:spcPts val="3199"/>
              </a:lnSpc>
            </a:pPr>
            <a:endParaRPr lang="en-US" sz="1599">
              <a:solidFill>
                <a:srgbClr val="252629"/>
              </a:solidFill>
              <a:latin typeface="Arimo"/>
            </a:endParaRPr>
          </a:p>
        </p:txBody>
      </p:sp>
      <p:sp>
        <p:nvSpPr>
          <p:cNvPr id="20" name="AutoShape 20"/>
          <p:cNvSpPr/>
          <p:nvPr/>
        </p:nvSpPr>
        <p:spPr>
          <a:xfrm rot="5400000">
            <a:off x="10561734" y="4880170"/>
            <a:ext cx="5703596" cy="4664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64B48F75-650B-4475-9BB9-795A78D3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89033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10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6D08B841-E8EC-3B86-3638-729BC6742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6350" y="3637284"/>
            <a:ext cx="9682811" cy="418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Fonctionne sous Android 9.0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Ecran tactile 7 pouces (1024 x 600p)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 et Wi-Fi inclus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Possibilité de l'accrocher au mur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 comptes SIP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 audio 10 utilisateurs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</a:t>
            </a:r>
            <a:r>
              <a:rPr lang="fr-FR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Gigabite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et </a:t>
            </a:r>
            <a:r>
              <a:rPr lang="fr-FR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PoE</a:t>
            </a:r>
            <a:endParaRPr lang="fr-FR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USB 2.0 pour casques et clés USB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6350" y="2678864"/>
            <a:ext cx="7707855" cy="7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T58w -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caméra</a:t>
            </a:r>
            <a:endParaRPr lang="en-US" sz="2999" spc="-59">
              <a:solidFill>
                <a:srgbClr val="8C9D8D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12345E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95819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C065E2F4-93DD-4664-A31E-F643ED1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90739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11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7" name="Image 16" descr="Une image contenant équipement électronique, téléphone mobile&#10;&#10;Description générée automatiquement">
            <a:extLst>
              <a:ext uri="{FF2B5EF4-FFF2-40B4-BE49-F238E27FC236}">
                <a16:creationId xmlns:a16="http://schemas.microsoft.com/office/drawing/2014/main" id="{7312B63D-C918-C24D-BEF6-A19A6E3E4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151" y="2757824"/>
            <a:ext cx="6815714" cy="584204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83182F1A-3638-97BC-FBE0-6932B1F4B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6350" y="3637284"/>
            <a:ext cx="9682811" cy="418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Fonctionne sous Android 9.0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Ecran tactile 7 pouces (1024 x 600p)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 et Wi-Fi inclus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Possibilité de l'accrocher au mur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16 comptes SIP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 audio 10 utilisateurs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</a:t>
            </a:r>
            <a:r>
              <a:rPr lang="fr-FR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Gigabite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et </a:t>
            </a:r>
            <a:r>
              <a:rPr lang="fr-FR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PoE</a:t>
            </a:r>
            <a:endParaRPr lang="fr-FR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USB 2.0 pour casques et clés USB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523098"/>
            <a:ext cx="7707855" cy="7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T58w Pro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12345E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95819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C065E2F4-93DD-4664-A31E-F643ED1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90739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12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2" name="Image 21" descr="Une image contenant Appareils électroniques, téléphone, Appareil électronique, Téléphone filaire&#10;&#10;Description générée automatiquement">
            <a:extLst>
              <a:ext uri="{FF2B5EF4-FFF2-40B4-BE49-F238E27FC236}">
                <a16:creationId xmlns:a16="http://schemas.microsoft.com/office/drawing/2014/main" id="{9F23D1FC-61FB-3113-0D14-66CD907A0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0" y="3348570"/>
            <a:ext cx="4761905" cy="476190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98C8537-0CD4-D206-A0B2-00E0C460E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901879"/>
            <a:ext cx="9682811" cy="589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29 touches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programmables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programmez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numéros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pour 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appeler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directement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tactile LCD couleurs : 7‘’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PoE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autoalimenté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par le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câble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réseau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EHS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prise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charge du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décrochage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via un casque sans-fil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Codec audio Opus HD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HD Voice : son haute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définition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bande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Combiné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compatible avec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appareils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auditifs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Port USB 2.0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Ethernet Gigabit : switch RJ45 10/100/1000 M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Support de casque Bluetooth avec dongle USB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Extensible: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jusqu'à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6 modules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optionnels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523098"/>
            <a:ext cx="7707855" cy="7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T57w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12345E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95819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C065E2F4-93DD-4664-A31E-F643ED1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90739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13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texte, intérieur, équipement électronique, téléphone mobile&#10;&#10;Description générée automatiquement">
            <a:extLst>
              <a:ext uri="{FF2B5EF4-FFF2-40B4-BE49-F238E27FC236}">
                <a16:creationId xmlns:a16="http://schemas.microsoft.com/office/drawing/2014/main" id="{B959AD28-ED52-4FA4-A6E8-92A01F903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6000"/>
                    </a14:imgEffect>
                    <a14:imgEffect>
                      <a14:brightnessContrast bright="6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028" y="2939645"/>
            <a:ext cx="5632604" cy="563260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B3D80FB-FCA3-88C2-4444-209587B27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4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6350" y="3681294"/>
            <a:ext cx="9682811" cy="317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 de bureau IP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 tactile couleur 4.3 pouces ajustable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Jusqu'à 16 comptes SIP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Compatibilité PoE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Technologies Bluetooth et Wi-Fi intégrées, port USB 2.0 supplémentaire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Peut supporter les modules d'extension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Qualité audio HD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523098"/>
            <a:ext cx="7707855" cy="7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T54w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12345E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95819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C065E2F4-93DD-4664-A31E-F643ED18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90739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14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026" name="Picture 2" descr="YEA SIP-T54W: chez reichelt elektronik">
            <a:extLst>
              <a:ext uri="{FF2B5EF4-FFF2-40B4-BE49-F238E27FC236}">
                <a16:creationId xmlns:a16="http://schemas.microsoft.com/office/drawing/2014/main" id="{0F29203F-3573-40B8-AB8B-BFBC1A414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446" y="3962325"/>
            <a:ext cx="5747354" cy="344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ED0F916-DBE7-013A-D45D-0963B54D9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53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2865998"/>
            <a:ext cx="5657850" cy="5932322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12261"/>
            <a:ext cx="9439147" cy="224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 de bureau avec jusqu'à 12 comptes SIP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 jusqu'à 5 participants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 touches de fonction et écran LCD 3.7"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Alimentation PoE "un seul câble"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 4.0 et </a:t>
            </a:r>
            <a:r>
              <a:rPr lang="fr-FR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WiFi</a:t>
            </a: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802.3 intégré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T53w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D803278A-54CA-4AE7-BF3D-42110F17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6304" y="98863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15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9" name="Image 18" descr="Une image contenant équipement électronique, télécommande, téléphone, noir&#10;&#10;Description générée automatiquement">
            <a:extLst>
              <a:ext uri="{FF2B5EF4-FFF2-40B4-BE49-F238E27FC236}">
                <a16:creationId xmlns:a16="http://schemas.microsoft.com/office/drawing/2014/main" id="{ED8B986C-4588-463C-B4B4-4E510C5A8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026" y="2741073"/>
            <a:ext cx="5632603" cy="563260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FD67157-7876-95EF-CD78-A5D21F8AE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38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2865998"/>
            <a:ext cx="5657850" cy="5932322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12261"/>
            <a:ext cx="9439147" cy="543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touches de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fonctions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programmez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numéros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pour 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appeler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directement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Grand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LCD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graphique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2.7"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PoE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autoalimenté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par le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câble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réseau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EHS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prise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charge du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décrochage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via un casque sans-fil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Codec audio Opus HD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HD Voice: son haute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définition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bande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Combiné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compatible avec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appareils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auditifs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Port USB 2.0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Ethernet Gigabit: switch RJ45 10/100/1000 M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Mains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libres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à 3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Support Codec Opus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T42S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D803278A-54CA-4AE7-BF3D-42110F17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6304" y="988635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16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texte, télécommande, équipement électronique, contrôleur&#10;&#10;Description générée automatiquement">
            <a:extLst>
              <a:ext uri="{FF2B5EF4-FFF2-40B4-BE49-F238E27FC236}">
                <a16:creationId xmlns:a16="http://schemas.microsoft.com/office/drawing/2014/main" id="{59D2E1ED-4D1F-46FB-A30A-38FA9B3E3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371" y="2729350"/>
            <a:ext cx="5644099" cy="564409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FF94FC5-1CFE-D79C-43C5-9D57B1DB1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818942"/>
            <a:ext cx="6493020" cy="247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 de bureau avec jusqu'à 4 comptes SIP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 jusqu'à 5 participants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touches de fonction et écran couleur 2.3"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Alimentation </a:t>
            </a:r>
            <a:r>
              <a:rPr lang="fr-FR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PoE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"un seul câble"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Qualité sonore HD Full Duplex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T33g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5F6C57-79B5-4DD3-85A3-9012BDA0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441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17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7" name="Image 16" descr="Une image contenant équipement électronique, téléphone mobile&#10;&#10;Description générée automatiquement">
            <a:extLst>
              <a:ext uri="{FF2B5EF4-FFF2-40B4-BE49-F238E27FC236}">
                <a16:creationId xmlns:a16="http://schemas.microsoft.com/office/drawing/2014/main" id="{F5B9B7BC-6DD1-444A-B65D-2289313A8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8667" y="3111102"/>
            <a:ext cx="5334000" cy="53340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23B3938-ABEB-DC71-8A1B-A05F12BB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9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818942"/>
            <a:ext cx="6493020" cy="247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 de bureau avec jusqu'à 4 comptes SIP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 jusqu'à 5 participants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touches de fonction et écran couleur 2.3"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Alimentation </a:t>
            </a:r>
            <a:r>
              <a:rPr lang="fr-FR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PoE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"un seul câble"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Qualité sonore HD Full Duplex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T31g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65339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5F6C57-79B5-4DD3-85A3-9012BDA0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441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18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Appareils électroniques, téléphone, Téléphone filaire, Téléphonie&#10;&#10;Description générée automatiquement">
            <a:extLst>
              <a:ext uri="{FF2B5EF4-FFF2-40B4-BE49-F238E27FC236}">
                <a16:creationId xmlns:a16="http://schemas.microsoft.com/office/drawing/2014/main" id="{27AE8B62-631D-80DA-46C9-D34942F3C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282" y="3140469"/>
            <a:ext cx="6267450" cy="519880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5619418-FEBC-F10F-BE37-AD2A1CA2C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0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41484"/>
            <a:ext cx="6493020" cy="452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couleur 4,3 " (272x480)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Icônes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couleur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 touches physiques avec LED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40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clés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supplémentaires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touches de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contrôle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indépendantes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Prend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jusqu'à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3 modules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chaîne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Fixation avec 2 angles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réglables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USB (2.0)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Dimension: 196.5 x 124.0 x 137.5 x 42.6 mm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KEY MODULE POUR 50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C4345A52-02AC-4159-83A0-39F70D1F0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7609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19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texte, équipement électronique, jeu&#10;&#10;Description générée automatiquement">
            <a:extLst>
              <a:ext uri="{FF2B5EF4-FFF2-40B4-BE49-F238E27FC236}">
                <a16:creationId xmlns:a16="http://schemas.microsoft.com/office/drawing/2014/main" id="{73DE4BCD-53DD-422F-9384-F9F967F20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2164" y="2979916"/>
            <a:ext cx="5850451" cy="585045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9A69177-9E3D-8190-330B-7426EFDE2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41484"/>
            <a:ext cx="6493020" cy="452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couleur 4,3 " (272x480)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Icônes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couleur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20 touches physiques avec LED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40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clés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supplémentaires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 touches de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contrôle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indépendantes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Prend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charge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jusqu'à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3 modules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chaîne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Fixation avec 2 angles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réglables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ports USB (2.0)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Dimension: 196.5 x 124.0 x 137.5 x 42.6 mm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KEY MODULE POUR 40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3FC01BF3-F9AB-4D01-B317-3EA959FA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8817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20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texte, intérieur, équipement électronique&#10;&#10;Description générée automatiquement">
            <a:extLst>
              <a:ext uri="{FF2B5EF4-FFF2-40B4-BE49-F238E27FC236}">
                <a16:creationId xmlns:a16="http://schemas.microsoft.com/office/drawing/2014/main" id="{81C56238-4342-409B-9996-7CAFC7523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6689" y="3245154"/>
            <a:ext cx="5572172" cy="557217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F892C57-7949-2FDC-C6B3-7D45EB62C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88461"/>
            <a:ext cx="8841061" cy="635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sans fil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Combiné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+ base DECT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Portée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combiné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-base : 50m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intérieur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300m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extérieur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dégagé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 HD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Ecran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graphique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couleur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Clavier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économique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Prise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casque jack 2,5mm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Répertoire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500 contacts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Vcards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Copie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répertoire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entre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combinés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Main libre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12H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d’autonomie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22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sonneries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VIP +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vibreur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Surveillance pièce,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à 3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12345E"/>
                </a:solidFill>
                <a:latin typeface="Noto Sans Bold"/>
              </a:rPr>
              <a:t>GigasetSL750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36EFE697-6FDD-4B71-A6F7-AF06E1E6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87562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21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7" name="Picture 11">
            <a:extLst>
              <a:ext uri="{FF2B5EF4-FFF2-40B4-BE49-F238E27FC236}">
                <a16:creationId xmlns:a16="http://schemas.microsoft.com/office/drawing/2014/main" id="{973A287B-8C26-4580-A5AC-F069DACA64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828247" y="3246381"/>
            <a:ext cx="5446026" cy="544602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CEE9BFE-3A3B-023D-8D91-558C155D3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818942"/>
            <a:ext cx="6493020" cy="497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Combiné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supplémentaire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pour Yealink W53P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 HD large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bande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Jusqu'à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4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appels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simultanés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Jusqu'à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5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comptes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SIP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Ecran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couleur avec interface intuitive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Autonomie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30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heures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communication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rapide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Chargement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via USB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Prise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Jack 3.5mm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touches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programmables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699" y="2736180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Yealink W53P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5F6C57-79B5-4DD3-85A3-9012BDA0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441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22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texte, équipement électronique, moniteur, différent&#10;&#10;Description générée automatiquement">
            <a:extLst>
              <a:ext uri="{FF2B5EF4-FFF2-40B4-BE49-F238E27FC236}">
                <a16:creationId xmlns:a16="http://schemas.microsoft.com/office/drawing/2014/main" id="{E699EFB1-F502-46D7-88A0-D9AD0EC71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046" y="3659261"/>
            <a:ext cx="5647489" cy="484070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49DDAF0-8E9D-56F2-3410-3D2C1B79C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95700"/>
            <a:ext cx="8953500" cy="42768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Performances réseau rapides avec les ports Ethernet 8 Gigabit.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Le « mode de consommation » répartit la puissance de manière efficace, ce qui permet au </a:t>
            </a:r>
            <a:r>
              <a:rPr lang="fr-FR" err="1"/>
              <a:t>PoE</a:t>
            </a:r>
            <a:r>
              <a:rPr lang="fr-FR"/>
              <a:t> d'alimenter plus de périphériques. Un maximum de 30 W par port 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Soyez opérationnel en quelques minutes : L'assistant de configuration basé sur le Web permet une configuration et une gestion simples et rapides.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permettent une meilleure sécurité et une meilleure gestion.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Garantie à vie limitée et assistance gratuite pour la mise à jour du </a:t>
            </a:r>
            <a:r>
              <a:rPr lang="fr-FR" err="1"/>
              <a:t>micrologiciel</a:t>
            </a:r>
            <a:endParaRPr lang="fr-F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nos switch sont POE et vont de 4 à 48Ports, il ne sont pas </a:t>
            </a:r>
            <a:r>
              <a:rPr lang="fr-FR" err="1"/>
              <a:t>manageable</a:t>
            </a:r>
            <a:r>
              <a:rPr lang="fr-FR"/>
              <a:t>.</a:t>
            </a:r>
          </a:p>
          <a:p>
            <a:br>
              <a:rPr lang="fr-FR" b="1"/>
            </a:br>
            <a:endParaRPr lang="fr-FR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Switch POE 8 ports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5F6C57-79B5-4DD3-85A3-9012BDA0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441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23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03C83FB-3F63-8A49-9C66-3BA4C3C73A7B}"/>
              </a:ext>
            </a:extLst>
          </p:cNvPr>
          <p:cNvSpPr txBox="1"/>
          <p:nvPr/>
        </p:nvSpPr>
        <p:spPr>
          <a:xfrm>
            <a:off x="6677247" y="40191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17" name="Image 16" descr="Une image contenant texte, équipement électronique&#10;&#10;Description générée automatiquement">
            <a:extLst>
              <a:ext uri="{FF2B5EF4-FFF2-40B4-BE49-F238E27FC236}">
                <a16:creationId xmlns:a16="http://schemas.microsoft.com/office/drawing/2014/main" id="{50963CA5-FCCD-284D-89D5-7928FACBD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4562" y="4727268"/>
            <a:ext cx="5921571" cy="281448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4D08893-D51A-0BEA-0BAF-E62B1012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78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95700"/>
            <a:ext cx="8953500" cy="2614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Design Compact adapté pour montage au plafond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Point accès Wifi 11ac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err="1"/>
              <a:t>Trassnfert</a:t>
            </a:r>
            <a:r>
              <a:rPr lang="fr-FR"/>
              <a:t> de donnée jusqu’à 1200 Mbps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/>
              <a:t>1 port Rj45 Gigabit PoE</a:t>
            </a:r>
          </a:p>
          <a:p>
            <a:br>
              <a:rPr lang="fr-FR" b="1"/>
            </a:br>
            <a:endParaRPr lang="fr-FR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Borne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Wifi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Zyxel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DESK 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65339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5F6C57-79B5-4DD3-85A3-9012BDA0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441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24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03C83FB-3F63-8A49-9C66-3BA4C3C73A7B}"/>
              </a:ext>
            </a:extLst>
          </p:cNvPr>
          <p:cNvSpPr txBox="1"/>
          <p:nvPr/>
        </p:nvSpPr>
        <p:spPr>
          <a:xfrm>
            <a:off x="6677247" y="40191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18" name="Image 17" descr="Une image contenant texte, équipement électronique&#10;&#10;Description générée automatiquement">
            <a:extLst>
              <a:ext uri="{FF2B5EF4-FFF2-40B4-BE49-F238E27FC236}">
                <a16:creationId xmlns:a16="http://schemas.microsoft.com/office/drawing/2014/main" id="{65C133FB-A6C3-73C3-57DB-CF399832B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098" y="3642191"/>
            <a:ext cx="4762500" cy="47625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0C4B3B2-36E7-CDDF-0839-8FD839AF7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72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CC1D09DE-FB73-4E44-94BB-CDDB9EFC91A8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836347FF-3515-4445-BDA3-D86A18581EA1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20DB084E-0324-4945-B277-68AFA06B3731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56565954-F4E2-5A49-82CB-B955B1C15474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66671A1E-CAA7-A545-91B9-DC7E8191B4B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8" name="AutoShape 4">
            <a:extLst>
              <a:ext uri="{FF2B5EF4-FFF2-40B4-BE49-F238E27FC236}">
                <a16:creationId xmlns:a16="http://schemas.microsoft.com/office/drawing/2014/main" id="{113E17F4-1A4C-F948-996F-2999CDC35AFE}"/>
              </a:ext>
            </a:extLst>
          </p:cNvPr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2A4283CF-155E-BF49-8BAB-5BAA89B42FAA}"/>
              </a:ext>
            </a:extLst>
          </p:cNvPr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ONDULEUR</a:t>
            </a: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AE9AAC59-46E6-FA4F-AB1A-0A16A4ABC894}"/>
              </a:ext>
            </a:extLst>
          </p:cNvPr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74A37BC9-E18F-2240-A2A9-B9440F258D3E}"/>
                </a:ext>
              </a:extLst>
            </p:cNvPr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3" name="Image 22">
            <a:extLst>
              <a:ext uri="{FF2B5EF4-FFF2-40B4-BE49-F238E27FC236}">
                <a16:creationId xmlns:a16="http://schemas.microsoft.com/office/drawing/2014/main" id="{377CEF15-E0FB-074E-82B8-B5F2C378F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3695700"/>
            <a:ext cx="2524889" cy="4625542"/>
          </a:xfrm>
          <a:prstGeom prst="rect">
            <a:avLst/>
          </a:prstGeom>
        </p:spPr>
      </p:pic>
      <p:sp>
        <p:nvSpPr>
          <p:cNvPr id="24" name="TextBox 15">
            <a:extLst>
              <a:ext uri="{FF2B5EF4-FFF2-40B4-BE49-F238E27FC236}">
                <a16:creationId xmlns:a16="http://schemas.microsoft.com/office/drawing/2014/main" id="{09D93869-7B32-4747-A2FB-47BB3D24B4B5}"/>
              </a:ext>
            </a:extLst>
          </p:cNvPr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4434367E-2931-2841-B6AA-5DD54006F2E6}"/>
              </a:ext>
            </a:extLst>
          </p:cNvPr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12345E"/>
                </a:solidFill>
                <a:latin typeface="Noto Sans Bold"/>
              </a:rPr>
              <a:t> 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43367DB4-E9B1-1842-B487-381549229AB0}"/>
              </a:ext>
            </a:extLst>
          </p:cNvPr>
          <p:cNvSpPr txBox="1"/>
          <p:nvPr/>
        </p:nvSpPr>
        <p:spPr>
          <a:xfrm>
            <a:off x="1028699" y="2708835"/>
            <a:ext cx="8115301" cy="387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Eaton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Onduleur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Ellipse ECO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A5677873-F3A9-7548-9812-E181DCA5671D}"/>
              </a:ext>
            </a:extLst>
          </p:cNvPr>
          <p:cNvSpPr txBox="1"/>
          <p:nvPr/>
        </p:nvSpPr>
        <p:spPr>
          <a:xfrm>
            <a:off x="1028700" y="3700207"/>
            <a:ext cx="7882873" cy="3177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/>
              <a:t>Ellipse ECO 1600 VA / 1000 watts</a:t>
            </a:r>
            <a:endParaRPr lang="en-US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/>
              <a:t>8 prises sorties FR : 4 prises protection parafoudre avec batterie de secours, et 4 prises protection parafoudre uniquement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/>
              <a:t>Fonction économie d'énergie jusqu'à 25%. L’absence de ventilateur supprime le bruit, sauf la tonalité d'alarme en cas d’évènements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/>
              <a:t>Protection téléphone/fax/modem/réseau 10/100 RJ45. UPS avec afficheur et interface USB (câble USB inclus)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7F96A0A-939A-B11B-F54E-62B99A64F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48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700207"/>
            <a:ext cx="6493020" cy="406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Casque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filaire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1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écouteur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mousse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USB-C pour PC/Mac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antibruit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Suppression du bruit de fond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Audio à large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bande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Traitement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du signal numérique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connecte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à : PC,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et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via USB-C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Commandes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vocales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Contrôle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du volume, des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appels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muet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Casque USB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filaire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pour softphone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PERITÉLÉPHONIE : CASQUES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0979F32D-F5B7-4936-BD66-7971247C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26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050" name="Picture 2" descr="Micro-casque USB Blackwire 5200 | Poly, formerly Plantronics &amp;amp; Polycom">
            <a:extLst>
              <a:ext uri="{FF2B5EF4-FFF2-40B4-BE49-F238E27FC236}">
                <a16:creationId xmlns:a16="http://schemas.microsoft.com/office/drawing/2014/main" id="{79ACECBC-E6B0-44E2-B65D-663878AE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9201" y="3578304"/>
            <a:ext cx="4808909" cy="480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BEC2F37-9B8A-F76C-0294-0CAABE0F7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57105"/>
            <a:ext cx="6493020" cy="223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écouteur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Restez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contact avec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votre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environnement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 anti-bruit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Réduit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les bruits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ambiants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ActiveProtection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Vous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protège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des chocs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acoustiques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Casque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filaire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Yealink YHS33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PERITÉLÉPHONIE : CASQUES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621330D0-96D4-4C34-BF60-F1035588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1993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27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8" name="Image 17" descr="Une image contenant intérieur, écouteur, sombre&#10;&#10;Description générée automatiquement">
            <a:extLst>
              <a:ext uri="{FF2B5EF4-FFF2-40B4-BE49-F238E27FC236}">
                <a16:creationId xmlns:a16="http://schemas.microsoft.com/office/drawing/2014/main" id="{3AF7EA5E-E448-4053-845E-E108740A1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3266052"/>
            <a:ext cx="4761905" cy="476190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BBA162F-5159-1E26-C6B7-797EC1E7A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11157"/>
            <a:ext cx="10587723" cy="635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Casque sans fil 1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écouteur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similicuir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RJ pour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fixe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Compatible avec la plus part des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fixes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antibruit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Protection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acoustique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Jabra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Safetone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Son large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bande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Boutons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multifonctions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sur le casque: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décroché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/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raccroché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réglage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volume et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fonction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secret 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Témoins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lumineux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sur la base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état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charge,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fonction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secret,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prise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ligne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Portée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DECT de 120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mètres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Autonomie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conversation : 8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heures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Autonomie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veille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36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heures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Des conversations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claires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même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dans les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environnements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bruyants</a:t>
            </a: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Mode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conférence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: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connectez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jusqu’à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4 casques sur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une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même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base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Poids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du casque : 27 grammes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699" y="2702121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JABRA PRO920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PERITÉLÉPHONIE : CASQUES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270E71-43CA-49DB-848B-36EB833A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28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074" name="Picture 2" descr="Prise en main de votre Jabra Pro 920 Mono | Support Jabra">
            <a:extLst>
              <a:ext uri="{FF2B5EF4-FFF2-40B4-BE49-F238E27FC236}">
                <a16:creationId xmlns:a16="http://schemas.microsoft.com/office/drawing/2014/main" id="{D767D262-9E1D-4893-9DA7-E6A90AC45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400" y="3848100"/>
            <a:ext cx="4449915" cy="444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A278C22-D0A1-BA74-E367-5F6B789EB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611157"/>
            <a:ext cx="10587723" cy="409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Micro-casque convertible sans fil, mono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Connexion via la base de recharge : USB (x2)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Écouteur sans réduction de bruit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Microphone (x2) avec annulation des bruits de fond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Technologie sans fil DECT, portée de 120m maxi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Autonomie : 8h en conversation, 54h en veille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Témoin lumineux d’appel : ne soyez plus dérangé lors de vos appels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fr-FR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Commandes intégrées : volume, muet, prise d'appel</a:t>
            </a:r>
          </a:p>
          <a:p>
            <a:pPr marL="388620" lvl="1" indent="-194310">
              <a:lnSpc>
                <a:spcPts val="3600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Poids</a:t>
            </a:r>
            <a:r>
              <a:rPr lang="en-US" sz="180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du casque : 19 grammes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Yealink WH63 teams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PERITÉLÉPHONIE : CASQUES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0270E71-43CA-49DB-848B-36EB833A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29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9" name="Image 18" descr="Une image contenant intérieur&#10;&#10;Description générée automatiquement">
            <a:extLst>
              <a:ext uri="{FF2B5EF4-FFF2-40B4-BE49-F238E27FC236}">
                <a16:creationId xmlns:a16="http://schemas.microsoft.com/office/drawing/2014/main" id="{B3497C22-8AAD-4E10-9251-95A302B6AB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58" t="14711" r="23197" b="10240"/>
          <a:stretch/>
        </p:blipFill>
        <p:spPr>
          <a:xfrm>
            <a:off x="12276807" y="3611157"/>
            <a:ext cx="4114178" cy="502715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4041276-68B8-B853-7E77-A8997C100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707294"/>
            <a:ext cx="8039100" cy="5114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 de conférence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IP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pour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salles moyennes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Conçu pour les réunions regroupant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 personnes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maximum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 tactile de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5’’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(12cm) avec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affichage couleur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Gestion des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appels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et des paramètres audios directement via cet écran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Qualité audio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HD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en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Full-Duplex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Réseau de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 microphones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avec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annulation de l’écho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intégré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Captation des voix à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360°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dans un rayon de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mètres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Connectivité :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RJ45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;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USB-A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;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USB-C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;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Wifi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et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Connexion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filaire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ou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sans-fil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disponible</a:t>
            </a:r>
          </a:p>
          <a:p>
            <a:pPr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Pieuvre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YEALINK CP965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PERITÉLÉPHONIE : CONFÉRENCIER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729590" cy="327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846D1FA-483E-4C2C-972A-D3187887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30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7" name="Image 16" descr="Une image contenant Téléphone mobile, Appareil électronique, gadget, Appareil de communications portable&#10;&#10;Description générée automatiquement">
            <a:extLst>
              <a:ext uri="{FF2B5EF4-FFF2-40B4-BE49-F238E27FC236}">
                <a16:creationId xmlns:a16="http://schemas.microsoft.com/office/drawing/2014/main" id="{81994DEB-CD95-1D11-603A-BC1E3AE19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852" y="3738467"/>
            <a:ext cx="4761905" cy="476190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EE1AE04-4D0C-863D-160C-4989AAEF3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616423" y="3140469"/>
            <a:ext cx="5657850" cy="5657850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28700" y="3729990"/>
            <a:ext cx="8877300" cy="5114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Téléphone de conférence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IP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pour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petites salles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Conçu pour des réunions regroupant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personnes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maximum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Connexion possible sur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smartphone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via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Écran tactile de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4’’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(10cm) avec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affichage couleur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Gestion des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paramètres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et des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appels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directement via ce même écran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Qualité audio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HD Full-Duplex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Réseau de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 microphones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avec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annulation des échos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intégré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Captation des voix à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360°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dans un rayon de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 mètres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Connectivité :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RJ45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;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USB-C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;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Wifi</a:t>
            </a:r>
            <a:r>
              <a:rPr lang="fr-FR" b="0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et </a:t>
            </a:r>
            <a:r>
              <a:rPr lang="fr-FR" b="1" i="0">
                <a:solidFill>
                  <a:srgbClr val="292929"/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Bluetooth</a:t>
            </a:r>
            <a:endParaRPr lang="fr-FR" b="0" i="0">
              <a:solidFill>
                <a:srgbClr val="292929"/>
              </a:solidFill>
              <a:effectLst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just">
              <a:lnSpc>
                <a:spcPts val="3600"/>
              </a:lnSpc>
            </a:pPr>
            <a:endParaRPr lang="en-US" sz="1800">
              <a:solidFill>
                <a:srgbClr val="00000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8835"/>
            <a:ext cx="7707855" cy="38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Pieuvre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YEALINK CP925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PERITÉLÉPHONIE : CONFÉRENCIER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9010" y="8805915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Noto Sans Bold"/>
              </a:rPr>
              <a:t>Quantité : 1</a:t>
            </a: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6759A878-C3A6-4135-8ACC-B5A4FA65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0591" y="990185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31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1" name="Image 10" descr="Une image contenant Téléphone mobile, Appareil électronique, gadget, Appareil de communications portable&#10;&#10;Description générée automatiquement">
            <a:extLst>
              <a:ext uri="{FF2B5EF4-FFF2-40B4-BE49-F238E27FC236}">
                <a16:creationId xmlns:a16="http://schemas.microsoft.com/office/drawing/2014/main" id="{015BD9E8-5C88-66D1-F9A0-66F13C6B5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0" y="3729990"/>
            <a:ext cx="4761905" cy="4761905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2258397-2CFD-C7D0-7EDF-00BD52DCF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OFFRE MOBILE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60618" y="710503"/>
            <a:ext cx="4648052" cy="20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9"/>
              </a:lnSpc>
              <a:spcBef>
                <a:spcPct val="0"/>
              </a:spcBef>
            </a:pPr>
            <a:r>
              <a:rPr lang="en-US" sz="1599" spc="-31" err="1">
                <a:solidFill>
                  <a:srgbClr val="000000"/>
                </a:solidFill>
                <a:latin typeface="Noto Sans"/>
              </a:rPr>
              <a:t>Éligible</a:t>
            </a:r>
            <a:r>
              <a:rPr lang="en-US" sz="1599" spc="-31">
                <a:solidFill>
                  <a:srgbClr val="000000"/>
                </a:solidFill>
                <a:latin typeface="Noto Sans"/>
              </a:rPr>
              <a:t> ORANGE</a:t>
            </a:r>
          </a:p>
        </p:txBody>
      </p:sp>
      <p:grpSp>
        <p:nvGrpSpPr>
          <p:cNvPr id="10" name="Group 10"/>
          <p:cNvGrpSpPr/>
          <p:nvPr/>
        </p:nvGrpSpPr>
        <p:grpSpPr>
          <a:xfrm rot="-5400000">
            <a:off x="8165144" y="-3413779"/>
            <a:ext cx="1905304" cy="13939251"/>
            <a:chOff x="0" y="0"/>
            <a:chExt cx="728158" cy="53272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8158" cy="5327217"/>
            </a:xfrm>
            <a:custGeom>
              <a:avLst/>
              <a:gdLst/>
              <a:ahLst/>
              <a:cxnLst/>
              <a:rect l="l" t="t" r="r" b="b"/>
              <a:pathLst>
                <a:path w="728158" h="5327217">
                  <a:moveTo>
                    <a:pt x="603698" y="5327217"/>
                  </a:moveTo>
                  <a:lnTo>
                    <a:pt x="124460" y="5327217"/>
                  </a:lnTo>
                  <a:cubicBezTo>
                    <a:pt x="55880" y="5327217"/>
                    <a:pt x="0" y="5271338"/>
                    <a:pt x="0" y="520275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3698" y="0"/>
                  </a:lnTo>
                  <a:cubicBezTo>
                    <a:pt x="672278" y="0"/>
                    <a:pt x="728158" y="55880"/>
                    <a:pt x="728158" y="124460"/>
                  </a:cubicBezTo>
                  <a:lnTo>
                    <a:pt x="728158" y="5202758"/>
                  </a:lnTo>
                  <a:cubicBezTo>
                    <a:pt x="728158" y="5271338"/>
                    <a:pt x="672278" y="5327217"/>
                    <a:pt x="603698" y="5327217"/>
                  </a:cubicBez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8184746" y="-1186317"/>
            <a:ext cx="1918509" cy="13939251"/>
            <a:chOff x="0" y="0"/>
            <a:chExt cx="733204" cy="5327218"/>
          </a:xfrm>
          <a:solidFill>
            <a:srgbClr val="8C9D8D"/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3204" cy="5327217"/>
            </a:xfrm>
            <a:custGeom>
              <a:avLst/>
              <a:gdLst/>
              <a:ahLst/>
              <a:cxnLst/>
              <a:rect l="l" t="t" r="r" b="b"/>
              <a:pathLst>
                <a:path w="733204" h="5327217">
                  <a:moveTo>
                    <a:pt x="608744" y="5327217"/>
                  </a:moveTo>
                  <a:lnTo>
                    <a:pt x="124460" y="5327217"/>
                  </a:lnTo>
                  <a:cubicBezTo>
                    <a:pt x="55880" y="5327217"/>
                    <a:pt x="0" y="5271338"/>
                    <a:pt x="0" y="520275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8744" y="0"/>
                  </a:lnTo>
                  <a:cubicBezTo>
                    <a:pt x="677324" y="0"/>
                    <a:pt x="733204" y="55880"/>
                    <a:pt x="733204" y="124460"/>
                  </a:cubicBezTo>
                  <a:lnTo>
                    <a:pt x="733204" y="5202758"/>
                  </a:lnTo>
                  <a:cubicBezTo>
                    <a:pt x="733204" y="5271338"/>
                    <a:pt x="677324" y="5327217"/>
                    <a:pt x="608744" y="5327217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8154491" y="1023652"/>
            <a:ext cx="1979019" cy="13939251"/>
            <a:chOff x="0" y="0"/>
            <a:chExt cx="756329" cy="5327218"/>
          </a:xfrm>
          <a:solidFill>
            <a:srgbClr val="8C9D8D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6329" cy="5327217"/>
            </a:xfrm>
            <a:custGeom>
              <a:avLst/>
              <a:gdLst/>
              <a:ahLst/>
              <a:cxnLst/>
              <a:rect l="l" t="t" r="r" b="b"/>
              <a:pathLst>
                <a:path w="756329" h="5327217">
                  <a:moveTo>
                    <a:pt x="631869" y="5327217"/>
                  </a:moveTo>
                  <a:lnTo>
                    <a:pt x="124460" y="5327217"/>
                  </a:lnTo>
                  <a:cubicBezTo>
                    <a:pt x="55880" y="5327217"/>
                    <a:pt x="0" y="5271338"/>
                    <a:pt x="0" y="520275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31869" y="0"/>
                  </a:lnTo>
                  <a:cubicBezTo>
                    <a:pt x="700449" y="0"/>
                    <a:pt x="756329" y="55880"/>
                    <a:pt x="756329" y="124460"/>
                  </a:cubicBezTo>
                  <a:lnTo>
                    <a:pt x="756329" y="5202758"/>
                  </a:lnTo>
                  <a:cubicBezTo>
                    <a:pt x="756329" y="5271338"/>
                    <a:pt x="700449" y="5327217"/>
                    <a:pt x="631869" y="5327217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7052"/>
          <a:stretch>
            <a:fillRect/>
          </a:stretch>
        </p:blipFill>
        <p:spPr>
          <a:xfrm>
            <a:off x="4691215" y="1828863"/>
            <a:ext cx="553181" cy="554502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7116479" y="1928677"/>
            <a:ext cx="405241" cy="45468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8604768" y="1879536"/>
            <a:ext cx="513028" cy="513028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1553111" y="1928677"/>
            <a:ext cx="539503" cy="42620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3990941" y="1879536"/>
            <a:ext cx="453432" cy="537401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5244397" y="1947211"/>
            <a:ext cx="1384692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Utilisation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1720" y="1989759"/>
            <a:ext cx="62476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Prix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17796" y="1989759"/>
            <a:ext cx="213888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Caractéristiques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34025" y="1952079"/>
            <a:ext cx="115953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Internet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44373" y="1952079"/>
            <a:ext cx="61644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Puce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72393" y="3309718"/>
            <a:ext cx="2318823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Noto Sans Bold"/>
              </a:rPr>
              <a:t>VOICE ONLY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44064" y="5534198"/>
            <a:ext cx="2059237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Noto Sans Bold"/>
              </a:rPr>
              <a:t>VOICE PLUS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44064" y="7777377"/>
            <a:ext cx="1873731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Noto Sans Bold"/>
              </a:rPr>
              <a:t>VOICE MAX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77693" y="2002656"/>
            <a:ext cx="331581" cy="206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  <a:spcBef>
                <a:spcPct val="0"/>
              </a:spcBef>
            </a:pPr>
            <a:r>
              <a:rPr lang="en-US" sz="1600" spc="-32">
                <a:solidFill>
                  <a:srgbClr val="000000"/>
                </a:solidFill>
                <a:latin typeface="Noto Sans"/>
              </a:rPr>
              <a:t>(1)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63477" y="2988408"/>
            <a:ext cx="1495342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 Italics"/>
              </a:rPr>
              <a:t>L’essentiel pour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80959" y="3259934"/>
            <a:ext cx="1660376" cy="89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err="1">
                <a:solidFill>
                  <a:srgbClr val="000000"/>
                </a:solidFill>
                <a:latin typeface="Noto Sans Italics"/>
              </a:rPr>
              <a:t>Communiquer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France fixe et mobile + UE(3)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05059" y="5201204"/>
            <a:ext cx="1924030" cy="120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err="1">
                <a:solidFill>
                  <a:srgbClr val="000000"/>
                </a:solidFill>
                <a:latin typeface="Noto Sans Italics"/>
              </a:rPr>
              <a:t>Communiquer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et  surfer 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régulièrement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sur  Internet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France+ UE(3)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98442" y="7634820"/>
            <a:ext cx="1830646" cy="120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err="1">
                <a:solidFill>
                  <a:srgbClr val="000000"/>
                </a:solidFill>
                <a:latin typeface="Noto Sans Italics"/>
              </a:rPr>
              <a:t>Communiquer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et surfer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toute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sérénité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 Italic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 Italics"/>
              </a:rPr>
              <a:t> France + UE(3)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10857" y="3396078"/>
            <a:ext cx="1593911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 Bold"/>
              </a:rPr>
              <a:t>19€  HT/mois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19389" y="5620558"/>
            <a:ext cx="1485379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 Bold"/>
              </a:rPr>
              <a:t>26€  HT/mois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119389" y="7796427"/>
            <a:ext cx="1485379" cy="32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Noto Sans Bold"/>
              </a:rPr>
              <a:t>49€  HT/mois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17796" y="3434496"/>
            <a:ext cx="2236004" cy="28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Appels/SMS/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illimités</a:t>
            </a:r>
            <a:endParaRPr lang="en-US" sz="1599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144000" y="5658976"/>
            <a:ext cx="2112676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Appels/SMS/ illimités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0" y="7822780"/>
            <a:ext cx="2112676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Appels/SMS/ illimités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588368" y="2952283"/>
            <a:ext cx="2236004" cy="1207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 Bold"/>
              </a:rPr>
              <a:t>10Go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d’Internet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Mobile 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France et UE</a:t>
            </a:r>
          </a:p>
          <a:p>
            <a:pPr algn="ctr">
              <a:lnSpc>
                <a:spcPts val="2399"/>
              </a:lnSpc>
            </a:pPr>
            <a:r>
              <a:rPr lang="en-US" sz="1599" err="1">
                <a:solidFill>
                  <a:srgbClr val="000000"/>
                </a:solidFill>
                <a:latin typeface="Noto Sans"/>
              </a:rPr>
              <a:t>Ajout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possible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cours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(2)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658215" y="5275874"/>
            <a:ext cx="2332726" cy="1207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 Bold"/>
              </a:rPr>
              <a:t>50Go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d’Internet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Mobile 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France et UE</a:t>
            </a:r>
          </a:p>
          <a:p>
            <a:pPr algn="ctr">
              <a:lnSpc>
                <a:spcPts val="2399"/>
              </a:lnSpc>
            </a:pPr>
            <a:r>
              <a:rPr lang="en-US" sz="1599" err="1">
                <a:solidFill>
                  <a:srgbClr val="000000"/>
                </a:solidFill>
                <a:latin typeface="Noto Sans"/>
              </a:rPr>
              <a:t>Ajout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possible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cours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(2)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729875" y="7491632"/>
            <a:ext cx="2327021" cy="1207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 Bold"/>
              </a:rPr>
              <a:t>100Go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d’Internet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Mobile 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France et UE</a:t>
            </a:r>
          </a:p>
          <a:p>
            <a:pPr algn="ctr">
              <a:lnSpc>
                <a:spcPts val="2399"/>
              </a:lnSpc>
            </a:pPr>
            <a:r>
              <a:rPr lang="en-US" sz="1599" err="1">
                <a:solidFill>
                  <a:srgbClr val="000000"/>
                </a:solidFill>
                <a:latin typeface="Noto Sans"/>
              </a:rPr>
              <a:t>Ajout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possible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cours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(2)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906888" y="3338293"/>
            <a:ext cx="1639008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Inclus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990941" y="5625321"/>
            <a:ext cx="1639008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Inclus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90941" y="7822780"/>
            <a:ext cx="1639008" cy="27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Inclus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1406" y="9050014"/>
            <a:ext cx="17373600" cy="882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000000"/>
                </a:solidFill>
                <a:latin typeface="Noto Sans"/>
              </a:rPr>
              <a:t>(1) Frais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d’activation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service à 8€ HT/puce. (2) la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réinitialisation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des données data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s’organise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cours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moyennant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la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facturation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doublé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forfait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concernant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le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la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demande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. (3) UE =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regroupement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99" err="1">
                <a:solidFill>
                  <a:srgbClr val="000000"/>
                </a:solidFill>
                <a:latin typeface="Noto Sans"/>
              </a:rPr>
              <a:t>plusieurs</a:t>
            </a:r>
            <a:r>
              <a:rPr lang="en-US" sz="1599">
                <a:solidFill>
                  <a:srgbClr val="000000"/>
                </a:solidFill>
                <a:latin typeface="Noto Sans"/>
              </a:rPr>
              <a:t> pays 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(France,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Autriche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Belgique,Danemark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Finlande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, Allemagne,Grece,Irlance,Italie,Luxembourg,pays-bas,espagne,suede,royaume-unie,bulgarie,chypre,tcheque,estonie,hongrie,lettonie,lituanie,malte,pologne,roumanie,slovenie,slovaquie,Gibraltar,Guadeloupe,Martinique,reunion,guyane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francaise,islande,Liechtenstein,norvege,croatie,mayotte,st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pierre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 et Miquelon,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st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 Barthelemy, </a:t>
            </a:r>
            <a:r>
              <a:rPr lang="en-US" sz="1100" err="1">
                <a:solidFill>
                  <a:srgbClr val="000000"/>
                </a:solidFill>
                <a:latin typeface="Noto Sans"/>
              </a:rPr>
              <a:t>st</a:t>
            </a:r>
            <a:r>
              <a:rPr lang="en-US" sz="1100">
                <a:solidFill>
                  <a:srgbClr val="000000"/>
                </a:solidFill>
                <a:latin typeface="Noto Sans"/>
              </a:rPr>
              <a:t> martin)</a:t>
            </a:r>
            <a:endParaRPr lang="en-US" sz="1599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47" name="Espace réservé du numéro de diapositive 46">
            <a:extLst>
              <a:ext uri="{FF2B5EF4-FFF2-40B4-BE49-F238E27FC236}">
                <a16:creationId xmlns:a16="http://schemas.microsoft.com/office/drawing/2014/main" id="{8380B8B2-8A7C-4C7F-96A7-82C873E7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32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24ECB406-89EC-ACB6-BFE2-B558748361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OFFRE MOBILE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7594" y="713169"/>
            <a:ext cx="4363542" cy="20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99"/>
              </a:lnSpc>
              <a:spcBef>
                <a:spcPct val="0"/>
              </a:spcBef>
            </a:pPr>
            <a:r>
              <a:rPr lang="en-US" sz="1599" spc="-31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99" spc="-31" err="1">
                <a:solidFill>
                  <a:srgbClr val="000000"/>
                </a:solidFill>
                <a:latin typeface="Noto Sans"/>
              </a:rPr>
              <a:t>Éligible</a:t>
            </a:r>
            <a:r>
              <a:rPr lang="en-US" sz="1599" spc="-31">
                <a:solidFill>
                  <a:srgbClr val="000000"/>
                </a:solidFill>
                <a:latin typeface="Noto Sans"/>
              </a:rPr>
              <a:t> SFR/ORANGE/BOUYGUE modulable.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01195" y="2682905"/>
            <a:ext cx="15085611" cy="6575395"/>
            <a:chOff x="0" y="0"/>
            <a:chExt cx="20114148" cy="8767193"/>
          </a:xfrm>
        </p:grpSpPr>
        <p:grpSp>
          <p:nvGrpSpPr>
            <p:cNvPr id="11" name="Group 11"/>
            <p:cNvGrpSpPr/>
            <p:nvPr/>
          </p:nvGrpSpPr>
          <p:grpSpPr>
            <a:xfrm>
              <a:off x="2222169" y="0"/>
              <a:ext cx="17891979" cy="8170341"/>
              <a:chOff x="0" y="0"/>
              <a:chExt cx="4539261" cy="207284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539261" cy="2072846"/>
              </a:xfrm>
              <a:custGeom>
                <a:avLst/>
                <a:gdLst/>
                <a:ahLst/>
                <a:cxnLst/>
                <a:rect l="l" t="t" r="r" b="b"/>
                <a:pathLst>
                  <a:path w="4539261" h="2072846">
                    <a:moveTo>
                      <a:pt x="0" y="0"/>
                    </a:moveTo>
                    <a:lnTo>
                      <a:pt x="4539261" y="0"/>
                    </a:lnTo>
                    <a:lnTo>
                      <a:pt x="4539261" y="2072846"/>
                    </a:lnTo>
                    <a:lnTo>
                      <a:pt x="0" y="2072846"/>
                    </a:lnTo>
                    <a:close/>
                  </a:path>
                </a:pathLst>
              </a:custGeom>
              <a:solidFill>
                <a:srgbClr val="8C9D8D">
                  <a:alpha val="18824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798834" y="1427335"/>
              <a:ext cx="18315314" cy="911286"/>
              <a:chOff x="0" y="0"/>
              <a:chExt cx="4646663" cy="2311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646663" cy="231197"/>
              </a:xfrm>
              <a:custGeom>
                <a:avLst/>
                <a:gdLst/>
                <a:ahLst/>
                <a:cxnLst/>
                <a:rect l="l" t="t" r="r" b="b"/>
                <a:pathLst>
                  <a:path w="4646663" h="231197">
                    <a:moveTo>
                      <a:pt x="0" y="0"/>
                    </a:moveTo>
                    <a:lnTo>
                      <a:pt x="4646663" y="0"/>
                    </a:lnTo>
                    <a:lnTo>
                      <a:pt x="4646663" y="231197"/>
                    </a:lnTo>
                    <a:lnTo>
                      <a:pt x="0" y="231197"/>
                    </a:lnTo>
                    <a:close/>
                  </a:path>
                </a:pathLst>
              </a:custGeom>
              <a:solidFill>
                <a:srgbClr val="8C9D8D">
                  <a:alpha val="49804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798834" y="4338841"/>
              <a:ext cx="18315314" cy="911286"/>
              <a:chOff x="0" y="0"/>
              <a:chExt cx="4646663" cy="23119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646663" cy="231197"/>
              </a:xfrm>
              <a:custGeom>
                <a:avLst/>
                <a:gdLst/>
                <a:ahLst/>
                <a:cxnLst/>
                <a:rect l="l" t="t" r="r" b="b"/>
                <a:pathLst>
                  <a:path w="4646663" h="231197">
                    <a:moveTo>
                      <a:pt x="0" y="0"/>
                    </a:moveTo>
                    <a:lnTo>
                      <a:pt x="4646663" y="0"/>
                    </a:lnTo>
                    <a:lnTo>
                      <a:pt x="4646663" y="231197"/>
                    </a:lnTo>
                    <a:lnTo>
                      <a:pt x="0" y="231197"/>
                    </a:lnTo>
                    <a:close/>
                  </a:path>
                </a:pathLst>
              </a:custGeom>
              <a:solidFill>
                <a:srgbClr val="8C9D8D">
                  <a:alpha val="49804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798834" y="7259055"/>
              <a:ext cx="18315314" cy="911286"/>
              <a:chOff x="0" y="0"/>
              <a:chExt cx="4646663" cy="23119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646663" cy="231197"/>
              </a:xfrm>
              <a:custGeom>
                <a:avLst/>
                <a:gdLst/>
                <a:ahLst/>
                <a:cxnLst/>
                <a:rect l="l" t="t" r="r" b="b"/>
                <a:pathLst>
                  <a:path w="4646663" h="231197">
                    <a:moveTo>
                      <a:pt x="0" y="0"/>
                    </a:moveTo>
                    <a:lnTo>
                      <a:pt x="4646663" y="0"/>
                    </a:lnTo>
                    <a:lnTo>
                      <a:pt x="4646663" y="231197"/>
                    </a:lnTo>
                    <a:lnTo>
                      <a:pt x="0" y="231197"/>
                    </a:lnTo>
                    <a:close/>
                  </a:path>
                </a:pathLst>
              </a:custGeom>
              <a:solidFill>
                <a:srgbClr val="8C9D8D">
                  <a:alpha val="49804"/>
                </a:srgbClr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830483"/>
              <a:ext cx="2104990" cy="2104990"/>
              <a:chOff x="0" y="0"/>
              <a:chExt cx="6350000" cy="635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8819" y="3741989"/>
              <a:ext cx="2104990" cy="210499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6564" y="6662203"/>
              <a:ext cx="2104990" cy="2104990"/>
              <a:chOff x="0" y="0"/>
              <a:chExt cx="6350000" cy="6350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654703" y="1522356"/>
              <a:ext cx="756220" cy="721245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883915" y="1578439"/>
              <a:ext cx="705157" cy="609079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23515" y="1802883"/>
              <a:ext cx="2032599" cy="328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24"/>
                </a:lnSpc>
                <a:spcBef>
                  <a:spcPct val="0"/>
                </a:spcBef>
              </a:pPr>
              <a:r>
                <a:rPr lang="en-US" sz="1924" spc="-38">
                  <a:solidFill>
                    <a:srgbClr val="000000"/>
                  </a:solidFill>
                  <a:latin typeface="Noto Sans Bold"/>
                </a:rPr>
                <a:t>VOICE ONLY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322" y="4619796"/>
              <a:ext cx="1894347" cy="377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VOICE PLUS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985" y="7595753"/>
              <a:ext cx="1968407" cy="3447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VOICE MAX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6019" y="443277"/>
              <a:ext cx="1109663" cy="3447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Appels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48407" y="443277"/>
              <a:ext cx="815379" cy="3447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SMS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89513" y="443277"/>
              <a:ext cx="815380" cy="369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10Go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73692" y="443277"/>
              <a:ext cx="815380" cy="369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50Go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157871" y="443277"/>
              <a:ext cx="1002109" cy="369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100Go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728780" y="443277"/>
              <a:ext cx="899348" cy="3447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Puce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080217" y="443277"/>
              <a:ext cx="1324056" cy="3447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spc="-40">
                  <a:solidFill>
                    <a:srgbClr val="000000"/>
                  </a:solidFill>
                  <a:latin typeface="Noto Sans Bold"/>
                </a:rPr>
                <a:t>Mobile</a:t>
              </a:r>
            </a:p>
          </p:txBody>
        </p:sp>
        <p:pic>
          <p:nvPicPr>
            <p:cNvPr id="37" name="Picture 37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654703" y="4433862"/>
              <a:ext cx="756220" cy="721245"/>
            </a:xfrm>
            <a:prstGeom prst="rect">
              <a:avLst/>
            </a:prstGeom>
          </p:spPr>
        </p:pic>
        <p:pic>
          <p:nvPicPr>
            <p:cNvPr id="38" name="Picture 3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3654703" y="7354076"/>
              <a:ext cx="756220" cy="721245"/>
            </a:xfrm>
            <a:prstGeom prst="rect">
              <a:avLst/>
            </a:prstGeom>
          </p:spPr>
        </p:pic>
        <p:pic>
          <p:nvPicPr>
            <p:cNvPr id="39" name="Picture 39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148407" y="1522356"/>
              <a:ext cx="756220" cy="721245"/>
            </a:xfrm>
            <a:prstGeom prst="rect">
              <a:avLst/>
            </a:prstGeom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148407" y="4433862"/>
              <a:ext cx="756220" cy="721245"/>
            </a:xfrm>
            <a:prstGeom prst="rect">
              <a:avLst/>
            </a:prstGeom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148407" y="7354076"/>
              <a:ext cx="756220" cy="721245"/>
            </a:xfrm>
            <a:prstGeom prst="rect">
              <a:avLst/>
            </a:prstGeom>
          </p:spPr>
        </p:pic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8448673" y="1522356"/>
              <a:ext cx="756220" cy="721245"/>
            </a:xfrm>
            <a:prstGeom prst="rect">
              <a:avLst/>
            </a:prstGeom>
          </p:spPr>
        </p:pic>
        <p:pic>
          <p:nvPicPr>
            <p:cNvPr id="43" name="Picture 4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8419093" y="4433862"/>
              <a:ext cx="756220" cy="721245"/>
            </a:xfrm>
            <a:prstGeom prst="rect">
              <a:avLst/>
            </a:prstGeom>
          </p:spPr>
        </p:pic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8448673" y="7354076"/>
              <a:ext cx="756220" cy="721245"/>
            </a:xfrm>
            <a:prstGeom prst="rect">
              <a:avLst/>
            </a:prstGeom>
          </p:spPr>
        </p:pic>
        <p:pic>
          <p:nvPicPr>
            <p:cNvPr id="45" name="Picture 4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504816" y="1578439"/>
              <a:ext cx="705157" cy="609079"/>
            </a:xfrm>
            <a:prstGeom prst="rect">
              <a:avLst/>
            </a:prstGeom>
          </p:spPr>
        </p:pic>
        <p:pic>
          <p:nvPicPr>
            <p:cNvPr id="46" name="Picture 4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504816" y="4546027"/>
              <a:ext cx="705157" cy="609079"/>
            </a:xfrm>
            <a:prstGeom prst="rect">
              <a:avLst/>
            </a:prstGeom>
          </p:spPr>
        </p:pic>
        <p:pic>
          <p:nvPicPr>
            <p:cNvPr id="47" name="Picture 4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8298895" y="1522356"/>
              <a:ext cx="705157" cy="609079"/>
            </a:xfrm>
            <a:prstGeom prst="rect">
              <a:avLst/>
            </a:prstGeom>
          </p:spPr>
        </p:pic>
        <p:pic>
          <p:nvPicPr>
            <p:cNvPr id="48" name="Picture 4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8298895" y="4546027"/>
              <a:ext cx="705157" cy="609079"/>
            </a:xfrm>
            <a:prstGeom prst="rect">
              <a:avLst/>
            </a:prstGeom>
          </p:spPr>
        </p:pic>
        <p:pic>
          <p:nvPicPr>
            <p:cNvPr id="49" name="Picture 49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8298895" y="7410158"/>
              <a:ext cx="705157" cy="609079"/>
            </a:xfrm>
            <a:prstGeom prst="rect">
              <a:avLst/>
            </a:prstGeom>
          </p:spPr>
        </p:pic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956491" y="4433862"/>
              <a:ext cx="756220" cy="721245"/>
            </a:xfrm>
            <a:prstGeom prst="rect">
              <a:avLst/>
            </a:prstGeom>
          </p:spPr>
        </p:pic>
        <p:pic>
          <p:nvPicPr>
            <p:cNvPr id="51" name="Picture 51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956491" y="7354076"/>
              <a:ext cx="756220" cy="721245"/>
            </a:xfrm>
            <a:prstGeom prst="rect">
              <a:avLst/>
            </a:prstGeom>
          </p:spPr>
        </p:pic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3504816" y="7354076"/>
              <a:ext cx="756220" cy="721245"/>
            </a:xfrm>
            <a:prstGeom prst="rect">
              <a:avLst/>
            </a:prstGeom>
          </p:spPr>
        </p:pic>
        <p:pic>
          <p:nvPicPr>
            <p:cNvPr id="53" name="Picture 5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5755198" y="1522356"/>
              <a:ext cx="756220" cy="721245"/>
            </a:xfrm>
            <a:prstGeom prst="rect">
              <a:avLst/>
            </a:prstGeom>
          </p:spPr>
        </p:pic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5755198" y="4489945"/>
              <a:ext cx="756220" cy="721245"/>
            </a:xfrm>
            <a:prstGeom prst="rect">
              <a:avLst/>
            </a:prstGeom>
          </p:spPr>
        </p:pic>
        <p:pic>
          <p:nvPicPr>
            <p:cNvPr id="55" name="Picture 5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5755198" y="7354076"/>
              <a:ext cx="756220" cy="721245"/>
            </a:xfrm>
            <a:prstGeom prst="rect">
              <a:avLst/>
            </a:prstGeom>
          </p:spPr>
        </p:pic>
      </p:grpSp>
      <p:sp>
        <p:nvSpPr>
          <p:cNvPr id="56" name="Espace réservé du numéro de diapositive 55">
            <a:extLst>
              <a:ext uri="{FF2B5EF4-FFF2-40B4-BE49-F238E27FC236}">
                <a16:creationId xmlns:a16="http://schemas.microsoft.com/office/drawing/2014/main" id="{60E0B94B-5B03-4993-84F5-5ADD7BA8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22585" y="99105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33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60920779-FFB3-BB27-232D-0C962506F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8C6E41-0F45-6F41-8CDF-CAB3C7C95DB8}"/>
              </a:ext>
            </a:extLst>
          </p:cNvPr>
          <p:cNvSpPr/>
          <p:nvPr/>
        </p:nvSpPr>
        <p:spPr>
          <a:xfrm>
            <a:off x="0" y="1533365"/>
            <a:ext cx="18288000" cy="8753635"/>
          </a:xfrm>
          <a:prstGeom prst="rect">
            <a:avLst/>
          </a:prstGeom>
          <a:gradFill flip="none" rotWithShape="1">
            <a:gsLst>
              <a:gs pos="0">
                <a:srgbClr val="8C9D8D">
                  <a:tint val="66000"/>
                  <a:satMod val="160000"/>
                </a:srgbClr>
              </a:gs>
              <a:gs pos="50000">
                <a:srgbClr val="8C9D8D">
                  <a:tint val="44500"/>
                  <a:satMod val="160000"/>
                </a:srgbClr>
              </a:gs>
              <a:gs pos="100000">
                <a:srgbClr val="8C9D8D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D5A97D-5B52-27F2-9EE1-33A633438FDD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02AE72E-B5AC-A5D8-7619-578597DC3151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2C1B19-4608-965A-59E9-5AAFD4A3B907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BC84C8B3-7CC0-6E52-216E-9325A91FD958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3EA150D0-3360-A28E-6DE4-8286878E6243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3396468-A54F-2AFA-00CF-75E0D47D3DB3}"/>
              </a:ext>
            </a:extLst>
          </p:cNvPr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OFFRE MOBILE</a:t>
            </a:r>
          </a:p>
        </p:txBody>
      </p:sp>
      <p:sp>
        <p:nvSpPr>
          <p:cNvPr id="10" name="Espace réservé du numéro de diapositive 55">
            <a:extLst>
              <a:ext uri="{FF2B5EF4-FFF2-40B4-BE49-F238E27FC236}">
                <a16:creationId xmlns:a16="http://schemas.microsoft.com/office/drawing/2014/main" id="{4BFE22F7-3BE6-BBF8-A695-94F1FC3F49CB}"/>
              </a:ext>
            </a:extLst>
          </p:cNvPr>
          <p:cNvSpPr txBox="1">
            <a:spLocks/>
          </p:cNvSpPr>
          <p:nvPr/>
        </p:nvSpPr>
        <p:spPr>
          <a:xfrm>
            <a:off x="15922585" y="991055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34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861C502-8113-98C4-E794-56422A689FA4}"/>
              </a:ext>
            </a:extLst>
          </p:cNvPr>
          <p:cNvSpPr/>
          <p:nvPr/>
        </p:nvSpPr>
        <p:spPr>
          <a:xfrm rot="5400000">
            <a:off x="768380" y="949635"/>
            <a:ext cx="2809043" cy="4227890"/>
          </a:xfrm>
          <a:prstGeom prst="roundRect">
            <a:avLst>
              <a:gd name="adj" fmla="val 578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680FEB-AD5F-F18E-1561-2EA1EC66D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473" y="1657433"/>
            <a:ext cx="2809073" cy="280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A68CEEF9-35B8-2D55-74AE-BDF829BDB506}"/>
              </a:ext>
            </a:extLst>
          </p:cNvPr>
          <p:cNvSpPr txBox="1"/>
          <p:nvPr/>
        </p:nvSpPr>
        <p:spPr>
          <a:xfrm>
            <a:off x="2222407" y="2329146"/>
            <a:ext cx="19587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err="1"/>
              <a:t>IPhone</a:t>
            </a:r>
            <a:r>
              <a:rPr lang="fr-FR" sz="3200" b="1"/>
              <a:t> 12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0E9156E-4E2E-8C6D-1981-DCD941E28CEB}"/>
              </a:ext>
            </a:extLst>
          </p:cNvPr>
          <p:cNvSpPr txBox="1"/>
          <p:nvPr/>
        </p:nvSpPr>
        <p:spPr>
          <a:xfrm>
            <a:off x="2542928" y="3097077"/>
            <a:ext cx="131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À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partir de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2A65500-1B43-C8EF-8978-0D221D2FB9FB}"/>
              </a:ext>
            </a:extLst>
          </p:cNvPr>
          <p:cNvSpPr txBox="1"/>
          <p:nvPr/>
        </p:nvSpPr>
        <p:spPr>
          <a:xfrm>
            <a:off x="2226732" y="3356459"/>
            <a:ext cx="1954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/>
              <a:t>25 €/ mois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CBB0FBF8-EB14-1042-9BE9-A04CBADCABDD}"/>
              </a:ext>
            </a:extLst>
          </p:cNvPr>
          <p:cNvSpPr/>
          <p:nvPr/>
        </p:nvSpPr>
        <p:spPr>
          <a:xfrm rot="5400000">
            <a:off x="748456" y="6654493"/>
            <a:ext cx="2809043" cy="4227890"/>
          </a:xfrm>
          <a:prstGeom prst="roundRect">
            <a:avLst>
              <a:gd name="adj" fmla="val 578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t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5D8892A9-882A-5146-9F4C-60F70CEA3150}"/>
              </a:ext>
            </a:extLst>
          </p:cNvPr>
          <p:cNvSpPr/>
          <p:nvPr/>
        </p:nvSpPr>
        <p:spPr>
          <a:xfrm rot="5400000">
            <a:off x="770648" y="3800285"/>
            <a:ext cx="2809043" cy="4227890"/>
          </a:xfrm>
          <a:prstGeom prst="roundRect">
            <a:avLst>
              <a:gd name="adj" fmla="val 578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t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DC47ED6B-4557-33AF-3570-B7E660E1E1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1827" y="4542818"/>
            <a:ext cx="2763780" cy="2763780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ABDD7AB9-AF3A-021F-30E4-BD9369C35855}"/>
              </a:ext>
            </a:extLst>
          </p:cNvPr>
          <p:cNvSpPr txBox="1"/>
          <p:nvPr/>
        </p:nvSpPr>
        <p:spPr>
          <a:xfrm>
            <a:off x="2222407" y="5179541"/>
            <a:ext cx="188865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/>
              <a:t>IPhone 13</a:t>
            </a:r>
          </a:p>
          <a:p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9CDD320-0F32-24B2-1BDC-AC68E0306DAB}"/>
              </a:ext>
            </a:extLst>
          </p:cNvPr>
          <p:cNvSpPr txBox="1"/>
          <p:nvPr/>
        </p:nvSpPr>
        <p:spPr>
          <a:xfrm>
            <a:off x="2488167" y="5872581"/>
            <a:ext cx="131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À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partir de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45698FB-838F-169A-B5E2-0B7C4A61535B}"/>
              </a:ext>
            </a:extLst>
          </p:cNvPr>
          <p:cNvSpPr txBox="1"/>
          <p:nvPr/>
        </p:nvSpPr>
        <p:spPr>
          <a:xfrm>
            <a:off x="2156685" y="6127809"/>
            <a:ext cx="1954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/>
              <a:t>30 €/ mois</a:t>
            </a:r>
          </a:p>
        </p:txBody>
      </p:sp>
      <p:pic>
        <p:nvPicPr>
          <p:cNvPr id="34" name="Image 33" descr="Une image contenant moniteur, équipement électronique&#10;&#10;Description générée automatiquement">
            <a:extLst>
              <a:ext uri="{FF2B5EF4-FFF2-40B4-BE49-F238E27FC236}">
                <a16:creationId xmlns:a16="http://schemas.microsoft.com/office/drawing/2014/main" id="{0B92EA4B-7808-9BE9-DB00-BCEA5D2F7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180" y="7395242"/>
            <a:ext cx="2763780" cy="276378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CA1F629D-F1BD-EDCF-4C1B-6AE0FB0A3633}"/>
              </a:ext>
            </a:extLst>
          </p:cNvPr>
          <p:cNvSpPr txBox="1"/>
          <p:nvPr/>
        </p:nvSpPr>
        <p:spPr>
          <a:xfrm>
            <a:off x="2253772" y="7636528"/>
            <a:ext cx="1981633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 b="1"/>
              <a:t>IPhone 13 </a:t>
            </a:r>
          </a:p>
          <a:p>
            <a:pPr algn="ctr"/>
            <a:r>
              <a:rPr lang="fr-FR" sz="3200" b="1"/>
              <a:t>pro max</a:t>
            </a:r>
          </a:p>
          <a:p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503A792-DE8D-DA5F-2D45-342EC4B2ADF8}"/>
              </a:ext>
            </a:extLst>
          </p:cNvPr>
          <p:cNvSpPr txBox="1"/>
          <p:nvPr/>
        </p:nvSpPr>
        <p:spPr>
          <a:xfrm>
            <a:off x="2585759" y="8788629"/>
            <a:ext cx="1317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À</a:t>
            </a:r>
            <a:r>
              <a:rPr lang="fr-FR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partir de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D1D5942D-A065-50C2-999A-83E26B4E7AFA}"/>
              </a:ext>
            </a:extLst>
          </p:cNvPr>
          <p:cNvSpPr txBox="1"/>
          <p:nvPr/>
        </p:nvSpPr>
        <p:spPr>
          <a:xfrm>
            <a:off x="2267399" y="9048063"/>
            <a:ext cx="1954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200"/>
              <a:t>35 €/ mois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4197C8D-0FA4-854C-86B7-19367DFC1B40}"/>
              </a:ext>
            </a:extLst>
          </p:cNvPr>
          <p:cNvSpPr txBox="1"/>
          <p:nvPr/>
        </p:nvSpPr>
        <p:spPr>
          <a:xfrm>
            <a:off x="4892698" y="3466409"/>
            <a:ext cx="653106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/>
              <a:t>Une offre sur-mesure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Un conseiller dédié pour établir une offre qui vous est adapté,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Une interface intuitive pour piloter votre flotte.</a:t>
            </a:r>
          </a:p>
          <a:p>
            <a:endParaRPr lang="fr-FR"/>
          </a:p>
          <a:p>
            <a:r>
              <a:rPr lang="fr-FR" sz="3200" b="1"/>
              <a:t>Services Mobiles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Des terminaux mobiles reconditionnés en France </a:t>
            </a:r>
          </a:p>
          <a:p>
            <a:r>
              <a:rPr lang="fr-FR"/>
              <a:t>      certifiés Service</a:t>
            </a:r>
            <a:r>
              <a:rPr lang="fr-FR" b="1"/>
              <a:t> </a:t>
            </a:r>
            <a:r>
              <a:rPr lang="fr-FR"/>
              <a:t>France Garanti,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Des accessoires neufs (coque de protection, verre trempé),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Enrôlement,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Un déploiement mono ou multi-sites, partout en Europe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/>
              <a:t>Une gestion au quotidien</a:t>
            </a:r>
          </a:p>
          <a:p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4D10D48-477A-C34F-AAFD-9DF1B80E5F99}"/>
              </a:ext>
            </a:extLst>
          </p:cNvPr>
          <p:cNvSpPr txBox="1"/>
          <p:nvPr/>
        </p:nvSpPr>
        <p:spPr>
          <a:xfrm>
            <a:off x="6450298" y="1847380"/>
            <a:ext cx="98280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/>
              <a:t>Location de téléphones reconditionnés pour la sobriété numérique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86BB60B-FB95-3F41-81C9-8E2350EB7E27}"/>
              </a:ext>
            </a:extLst>
          </p:cNvPr>
          <p:cNvSpPr txBox="1"/>
          <p:nvPr/>
        </p:nvSpPr>
        <p:spPr>
          <a:xfrm>
            <a:off x="11601815" y="3451811"/>
            <a:ext cx="79312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/>
              <a:t>SAV Premium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Un SAV Français, certifié Service France Garanti.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Une réponse en moins de  24h.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Un échange du terminal en panne sous 24h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Une reconfiguration à l'identique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Un suivi en temps réel sur l'interface</a:t>
            </a:r>
          </a:p>
          <a:p>
            <a:endParaRPr lang="fr-FR"/>
          </a:p>
          <a:p>
            <a:r>
              <a:rPr lang="fr-FR" sz="2800" b="1"/>
              <a:t>Solutions de reprise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Une reprise sécurisée de votre ancienne flotte (data écrasée)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Aucun déchet </a:t>
            </a:r>
            <a:r>
              <a:rPr lang="fr-FR" b="1"/>
              <a:t>:</a:t>
            </a:r>
            <a:r>
              <a:rPr lang="fr-FR"/>
              <a:t> les terminaux sont reconditionnés ou recyclés </a:t>
            </a:r>
          </a:p>
          <a:p>
            <a:r>
              <a:rPr lang="fr-FR"/>
              <a:t>     en pièce détachées</a:t>
            </a:r>
          </a:p>
          <a:p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0EF0ABF-D157-694A-BE2B-518C4833C926}"/>
              </a:ext>
            </a:extLst>
          </p:cNvPr>
          <p:cNvSpPr txBox="1"/>
          <p:nvPr/>
        </p:nvSpPr>
        <p:spPr>
          <a:xfrm>
            <a:off x="6524421" y="7396756"/>
            <a:ext cx="9828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/>
              <a:t>Un service qui répond aux enjeux environnementaux….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D47A5BC-53BF-F74C-9140-796A35E331FB}"/>
              </a:ext>
            </a:extLst>
          </p:cNvPr>
          <p:cNvSpPr txBox="1"/>
          <p:nvPr/>
        </p:nvSpPr>
        <p:spPr>
          <a:xfrm>
            <a:off x="5143264" y="8718142"/>
            <a:ext cx="2824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/>
              <a:t>Un gain de temps et de ressources pour votre DSI</a:t>
            </a:r>
          </a:p>
          <a:p>
            <a:pPr algn="ctr"/>
            <a:r>
              <a:rPr lang="fr-FR"/>
              <a:t>Ainsi que vos services généraux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EB9B4CB-CC3C-134D-B5D8-510FA2CCE907}"/>
              </a:ext>
            </a:extLst>
          </p:cNvPr>
          <p:cNvSpPr txBox="1"/>
          <p:nvPr/>
        </p:nvSpPr>
        <p:spPr>
          <a:xfrm>
            <a:off x="7968026" y="8707651"/>
            <a:ext cx="2824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/>
              <a:t>Une diminution considérable</a:t>
            </a:r>
          </a:p>
          <a:p>
            <a:pPr algn="ctr"/>
            <a:r>
              <a:rPr lang="fr-FR"/>
              <a:t>de vos coûts d’équipement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408977D-2569-0541-AF83-83528BB81E6B}"/>
              </a:ext>
            </a:extLst>
          </p:cNvPr>
          <p:cNvSpPr txBox="1"/>
          <p:nvPr/>
        </p:nvSpPr>
        <p:spPr>
          <a:xfrm>
            <a:off x="11423766" y="8707651"/>
            <a:ext cx="2824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/>
              <a:t>Equipez vous des dernières</a:t>
            </a:r>
          </a:p>
          <a:p>
            <a:pPr algn="ctr"/>
            <a:r>
              <a:rPr lang="fr-FR"/>
              <a:t>générations technologiques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A840B49-3C16-C142-8748-F4D706CD27FA}"/>
              </a:ext>
            </a:extLst>
          </p:cNvPr>
          <p:cNvSpPr txBox="1"/>
          <p:nvPr/>
        </p:nvSpPr>
        <p:spPr>
          <a:xfrm>
            <a:off x="14566700" y="8687629"/>
            <a:ext cx="2824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/>
              <a:t>Ayez un impact environnemental positif 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19E74CF4-0C66-154F-9028-52AB8CB294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654" y="8147503"/>
            <a:ext cx="909325" cy="584775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9A51B4D5-4436-8B44-8CBA-95D363C42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7416" y="8147502"/>
            <a:ext cx="909325" cy="584775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E01C9D20-FCF9-DE46-BB66-755E458635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8203" y="8155652"/>
            <a:ext cx="909325" cy="584775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9E30637A-7597-684F-B492-AA1BD0AB09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7922" y="8145609"/>
            <a:ext cx="909325" cy="5847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B79F631-55F2-1AE2-5849-822FDC47FB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4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10">
            <a:extLst>
              <a:ext uri="{FF2B5EF4-FFF2-40B4-BE49-F238E27FC236}">
                <a16:creationId xmlns:a16="http://schemas.microsoft.com/office/drawing/2014/main" id="{979EDE02-D1A3-6652-24FA-7F2AFCC6DBB5}"/>
              </a:ext>
            </a:extLst>
          </p:cNvPr>
          <p:cNvGrpSpPr/>
          <p:nvPr/>
        </p:nvGrpSpPr>
        <p:grpSpPr>
          <a:xfrm>
            <a:off x="6307625" y="1847721"/>
            <a:ext cx="5665853" cy="683465"/>
            <a:chOff x="0" y="0"/>
            <a:chExt cx="1918930" cy="231197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39CF8E7B-2446-6F79-42E2-BEFC7C4FEC8D}"/>
                </a:ext>
              </a:extLst>
            </p:cNvPr>
            <p:cNvSpPr/>
            <p:nvPr/>
          </p:nvSpPr>
          <p:spPr>
            <a:xfrm>
              <a:off x="0" y="0"/>
              <a:ext cx="1918930" cy="231197"/>
            </a:xfrm>
            <a:custGeom>
              <a:avLst/>
              <a:gdLst/>
              <a:ahLst/>
              <a:cxnLst/>
              <a:rect l="l" t="t" r="r" b="b"/>
              <a:pathLst>
                <a:path w="1918930" h="231197">
                  <a:moveTo>
                    <a:pt x="0" y="0"/>
                  </a:moveTo>
                  <a:lnTo>
                    <a:pt x="1918930" y="0"/>
                  </a:lnTo>
                  <a:lnTo>
                    <a:pt x="1918930" y="231197"/>
                  </a:lnTo>
                  <a:lnTo>
                    <a:pt x="0" y="231197"/>
                  </a:ln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2622147" y="1847721"/>
            <a:ext cx="5665853" cy="683465"/>
            <a:chOff x="0" y="0"/>
            <a:chExt cx="1916597" cy="2311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6597" cy="231197"/>
            </a:xfrm>
            <a:custGeom>
              <a:avLst/>
              <a:gdLst/>
              <a:ahLst/>
              <a:cxnLst/>
              <a:rect l="l" t="t" r="r" b="b"/>
              <a:pathLst>
                <a:path w="1916597" h="231197">
                  <a:moveTo>
                    <a:pt x="0" y="0"/>
                  </a:moveTo>
                  <a:lnTo>
                    <a:pt x="1916597" y="0"/>
                  </a:lnTo>
                  <a:lnTo>
                    <a:pt x="1916597" y="231197"/>
                  </a:lnTo>
                  <a:lnTo>
                    <a:pt x="0" y="231197"/>
                  </a:ln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9" name="Picture 9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-6897" y="1847721"/>
            <a:ext cx="5665853" cy="683465"/>
            <a:chOff x="0" y="0"/>
            <a:chExt cx="1918930" cy="2311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8930" cy="231197"/>
            </a:xfrm>
            <a:custGeom>
              <a:avLst/>
              <a:gdLst/>
              <a:ahLst/>
              <a:cxnLst/>
              <a:rect l="l" t="t" r="r" b="b"/>
              <a:pathLst>
                <a:path w="1918930" h="231197">
                  <a:moveTo>
                    <a:pt x="0" y="0"/>
                  </a:moveTo>
                  <a:lnTo>
                    <a:pt x="1918930" y="0"/>
                  </a:lnTo>
                  <a:lnTo>
                    <a:pt x="1918930" y="231197"/>
                  </a:lnTo>
                  <a:lnTo>
                    <a:pt x="0" y="231197"/>
                  </a:ln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 err="1">
                <a:solidFill>
                  <a:srgbClr val="000000"/>
                </a:solidFill>
                <a:latin typeface="Noto Sans Bold"/>
              </a:rPr>
              <a:t>Système</a:t>
            </a:r>
            <a:r>
              <a:rPr lang="en-US" sz="3200" spc="48">
                <a:solidFill>
                  <a:srgbClr val="000000"/>
                </a:solidFill>
                <a:latin typeface="Noto Sans Bold"/>
              </a:rPr>
              <a:t> de </a:t>
            </a:r>
            <a:r>
              <a:rPr lang="en-US" sz="3200" spc="48" err="1">
                <a:solidFill>
                  <a:srgbClr val="000000"/>
                </a:solidFill>
                <a:latin typeface="Noto Sans Bold"/>
              </a:rPr>
              <a:t>pré-décroché</a:t>
            </a:r>
            <a:endParaRPr lang="en-US" sz="3200" spc="48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80020" y="2078329"/>
            <a:ext cx="5385834" cy="258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99"/>
              </a:lnSpc>
              <a:spcBef>
                <a:spcPct val="0"/>
              </a:spcBef>
            </a:pPr>
            <a:r>
              <a:rPr lang="en-US" sz="1999" spc="-39">
                <a:solidFill>
                  <a:srgbClr val="000000"/>
                </a:solidFill>
                <a:latin typeface="Noto Sans Bold"/>
              </a:rPr>
              <a:t>Option 1: </a:t>
            </a:r>
            <a:r>
              <a:rPr lang="en-US" sz="1999" spc="-39" err="1">
                <a:solidFill>
                  <a:srgbClr val="000000"/>
                </a:solidFill>
                <a:latin typeface="Noto Sans Bold"/>
              </a:rPr>
              <a:t>Prédécroché</a:t>
            </a:r>
            <a:r>
              <a:rPr lang="en-US" sz="1999" spc="-39">
                <a:solidFill>
                  <a:srgbClr val="000000"/>
                </a:solidFill>
                <a:latin typeface="Noto Sans Bold"/>
              </a:rPr>
              <a:t> &amp; </a:t>
            </a:r>
            <a:r>
              <a:rPr lang="en-US" sz="1999" spc="-39" err="1">
                <a:solidFill>
                  <a:srgbClr val="000000"/>
                </a:solidFill>
                <a:latin typeface="Noto Sans Bold"/>
              </a:rPr>
              <a:t>Attente</a:t>
            </a:r>
            <a:r>
              <a:rPr lang="en-US" sz="1999" spc="-39">
                <a:solidFill>
                  <a:srgbClr val="000000"/>
                </a:solidFill>
                <a:latin typeface="Noto Sans Bold"/>
              </a:rPr>
              <a:t> musicale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26488" y="2078329"/>
            <a:ext cx="2508374" cy="26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9"/>
              </a:lnSpc>
              <a:spcBef>
                <a:spcPct val="0"/>
              </a:spcBef>
            </a:pPr>
            <a:r>
              <a:rPr lang="en-US" sz="1999" spc="-39" err="1">
                <a:solidFill>
                  <a:srgbClr val="000000"/>
                </a:solidFill>
                <a:latin typeface="Noto Sans Bold"/>
              </a:rPr>
              <a:t>Messagerie</a:t>
            </a:r>
            <a:r>
              <a:rPr lang="en-US" sz="1999" spc="-39">
                <a:solidFill>
                  <a:srgbClr val="000000"/>
                </a:solidFill>
                <a:latin typeface="Noto Sans Bold"/>
              </a:rPr>
              <a:t> </a:t>
            </a:r>
            <a:r>
              <a:rPr lang="en-US" sz="1999" spc="-39" err="1">
                <a:solidFill>
                  <a:srgbClr val="000000"/>
                </a:solidFill>
                <a:latin typeface="Noto Sans Bold"/>
              </a:rPr>
              <a:t>Vocale</a:t>
            </a:r>
            <a:endParaRPr lang="en-US" sz="1999" spc="-39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56234" y="5648665"/>
            <a:ext cx="4716780" cy="3499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endParaRPr/>
          </a:p>
          <a:p>
            <a:pPr algn="ctr">
              <a:lnSpc>
                <a:spcPts val="2549"/>
              </a:lnSpc>
            </a:pPr>
            <a:r>
              <a:rPr lang="en-US" sz="1600" i="1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Voici</a:t>
            </a:r>
            <a:r>
              <a:rPr lang="en-US" sz="1600" i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600" i="1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quelques</a:t>
            </a:r>
            <a:r>
              <a:rPr lang="en-US" sz="1600" i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1600" i="1" err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exemples</a:t>
            </a:r>
            <a:r>
              <a:rPr lang="en-US" sz="1600" i="1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 : </a:t>
            </a:r>
          </a:p>
          <a:p>
            <a:pPr algn="ctr">
              <a:lnSpc>
                <a:spcPts val="2549"/>
              </a:lnSpc>
            </a:pPr>
            <a:endParaRPr lang="en-US" sz="1600">
              <a:solidFill>
                <a:srgbClr val="000000"/>
              </a:solidFill>
              <a:latin typeface="Noto Sans Bold"/>
            </a:endParaRPr>
          </a:p>
          <a:p>
            <a:pPr marL="367029" lvl="1" indent="-183514" algn="ctr">
              <a:lnSpc>
                <a:spcPts val="2549"/>
              </a:lnSpc>
              <a:buFont typeface="Arial"/>
              <a:buChar char="•"/>
            </a:pPr>
            <a:r>
              <a:rPr lang="en-US" sz="1600" b="1" err="1">
                <a:solidFill>
                  <a:srgbClr val="000000"/>
                </a:solidFill>
                <a:latin typeface="Noto Sans Italics"/>
              </a:rPr>
              <a:t>Exemple</a:t>
            </a:r>
            <a:r>
              <a:rPr lang="en-US" sz="1600" b="1">
                <a:solidFill>
                  <a:srgbClr val="000000"/>
                </a:solidFill>
                <a:latin typeface="Noto Sans Italics"/>
              </a:rPr>
              <a:t> 1: CENTRE DENTAIRE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remercie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appel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et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assure de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tous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ses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efforts pour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réduire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cette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attente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.</a:t>
            </a:r>
          </a:p>
          <a:p>
            <a:pPr algn="ctr">
              <a:lnSpc>
                <a:spcPts val="2549"/>
              </a:lnSpc>
            </a:pPr>
            <a:endParaRPr lang="en-US" sz="1600">
              <a:solidFill>
                <a:srgbClr val="000000"/>
              </a:solidFill>
              <a:latin typeface="Noto Sans"/>
            </a:endParaRPr>
          </a:p>
          <a:p>
            <a:pPr marL="367029" lvl="1" indent="-183514" algn="ctr">
              <a:lnSpc>
                <a:spcPts val="2549"/>
              </a:lnSpc>
              <a:buFont typeface="Arial"/>
              <a:buChar char="•"/>
            </a:pPr>
            <a:r>
              <a:rPr lang="en-US" sz="1600" b="1" err="1">
                <a:solidFill>
                  <a:srgbClr val="000000"/>
                </a:solidFill>
                <a:latin typeface="Noto Sans Italics"/>
              </a:rPr>
              <a:t>Exemple</a:t>
            </a:r>
            <a:r>
              <a:rPr lang="en-US" sz="1600" b="1">
                <a:solidFill>
                  <a:srgbClr val="000000"/>
                </a:solidFill>
                <a:latin typeface="Noto Sans Italics"/>
              </a:rPr>
              <a:t> 2: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êtes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bien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relation avec </a:t>
            </a:r>
            <a:r>
              <a:rPr lang="en-US" sz="1600" b="1">
                <a:solidFill>
                  <a:srgbClr val="000000"/>
                </a:solidFill>
                <a:latin typeface="Noto Sans Italics"/>
              </a:rPr>
              <a:t>CENTRE DENTAIRE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correspondant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est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actuellement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occupé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, nous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prions de bien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vouloir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nous excuser pour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cette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attente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7572" y="2805396"/>
            <a:ext cx="5256914" cy="2703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99" b="1">
                <a:solidFill>
                  <a:srgbClr val="000000"/>
                </a:solidFill>
                <a:latin typeface="Noto Sans"/>
              </a:rPr>
              <a:t>Le </a:t>
            </a:r>
            <a:r>
              <a:rPr lang="en-US" sz="1699" b="1" err="1">
                <a:solidFill>
                  <a:srgbClr val="000000"/>
                </a:solidFill>
                <a:latin typeface="Noto Sans"/>
              </a:rPr>
              <a:t>pré</a:t>
            </a:r>
            <a:r>
              <a:rPr lang="en-US" sz="1699" b="1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b="1" err="1">
                <a:solidFill>
                  <a:srgbClr val="000000"/>
                </a:solidFill>
                <a:latin typeface="Noto Sans"/>
              </a:rPr>
              <a:t>décroché</a:t>
            </a:r>
            <a:r>
              <a:rPr lang="en-US" sz="1699" b="1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appelant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d’être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d’accueilli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par un message sans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avoir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d’attente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matérialisée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par les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tonalités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sonneries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ce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dernier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est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personnalisable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et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est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accompagné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d’une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musique que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aurez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sélectionnée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sur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notre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site internet « www.myibstelecom-studio.com 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66813" y="5986210"/>
            <a:ext cx="5176520" cy="3178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1600" err="1">
                <a:solidFill>
                  <a:srgbClr val="000000"/>
                </a:solidFill>
                <a:latin typeface="Noto Sans Italics"/>
              </a:rPr>
              <a:t>Exemple</a:t>
            </a:r>
            <a:r>
              <a:rPr lang="en-US" sz="1600">
                <a:solidFill>
                  <a:srgbClr val="000000"/>
                </a:solidFill>
                <a:latin typeface="Noto Sans Italics"/>
              </a:rPr>
              <a:t> :</a:t>
            </a:r>
          </a:p>
          <a:p>
            <a:pPr algn="ctr">
              <a:lnSpc>
                <a:spcPts val="2549"/>
              </a:lnSpc>
            </a:pPr>
            <a:endParaRPr lang="en-US" sz="1600">
              <a:solidFill>
                <a:srgbClr val="000000"/>
              </a:solidFill>
              <a:latin typeface="Noto Sans Italics"/>
            </a:endParaRPr>
          </a:p>
          <a:p>
            <a:pPr algn="ctr">
              <a:lnSpc>
                <a:spcPts val="2549"/>
              </a:lnSpc>
            </a:pPr>
            <a:r>
              <a:rPr lang="en-US" sz="1600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êtes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bien sur la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messagerie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b="1">
                <a:solidFill>
                  <a:srgbClr val="000000"/>
                </a:solidFill>
                <a:latin typeface="Noto Sans Italics"/>
              </a:rPr>
              <a:t>CENTRE DENTAIRE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, nous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sommes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actuellement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indisponible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tapez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sur : </a:t>
            </a:r>
          </a:p>
          <a:p>
            <a:pPr algn="ctr">
              <a:lnSpc>
                <a:spcPts val="2549"/>
              </a:lnSpc>
            </a:pPr>
            <a:r>
              <a:rPr lang="en-US" sz="1600">
                <a:solidFill>
                  <a:srgbClr val="000000"/>
                </a:solidFill>
                <a:latin typeface="Noto Sans"/>
              </a:rPr>
              <a:t>1 pour me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laisser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un message </a:t>
            </a:r>
          </a:p>
          <a:p>
            <a:pPr algn="ctr">
              <a:lnSpc>
                <a:spcPts val="2549"/>
              </a:lnSpc>
            </a:pPr>
            <a:r>
              <a:rPr lang="en-US" sz="1600">
                <a:solidFill>
                  <a:srgbClr val="000000"/>
                </a:solidFill>
                <a:latin typeface="Noto Sans"/>
              </a:rPr>
              <a:t>2 pour me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joindre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sur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mon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téléphone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mobile</a:t>
            </a:r>
          </a:p>
          <a:p>
            <a:pPr algn="ctr">
              <a:lnSpc>
                <a:spcPts val="2549"/>
              </a:lnSpc>
            </a:pPr>
            <a:r>
              <a:rPr lang="en-US" sz="1600">
                <a:solidFill>
                  <a:srgbClr val="000000"/>
                </a:solidFill>
                <a:latin typeface="Noto Sans"/>
              </a:rPr>
              <a:t>3 pour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être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mis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relation avec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mon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assistante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 </a:t>
            </a:r>
          </a:p>
          <a:p>
            <a:pPr algn="ctr">
              <a:lnSpc>
                <a:spcPts val="2549"/>
              </a:lnSpc>
            </a:pPr>
            <a:endParaRPr lang="en-US" sz="1600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2549"/>
              </a:lnSpc>
            </a:pPr>
            <a:r>
              <a:rPr lang="en-US" sz="1600">
                <a:solidFill>
                  <a:srgbClr val="000000"/>
                </a:solidFill>
                <a:latin typeface="Noto Sans"/>
              </a:rPr>
              <a:t>Si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cette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solution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n’est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pas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retenue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une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messagerie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traditionnelle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est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00" err="1">
                <a:solidFill>
                  <a:srgbClr val="000000"/>
                </a:solidFill>
                <a:latin typeface="Noto Sans"/>
              </a:rPr>
              <a:t>paramétrée</a:t>
            </a:r>
            <a:r>
              <a:rPr lang="en-US" sz="1600">
                <a:solidFill>
                  <a:srgbClr val="000000"/>
                </a:solidFill>
                <a:latin typeface="Noto San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71283" y="3480222"/>
            <a:ext cx="4767580" cy="113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99" b="1">
                <a:solidFill>
                  <a:srgbClr val="000000"/>
                </a:solidFill>
                <a:latin typeface="Noto Sans"/>
              </a:rPr>
              <a:t>La </a:t>
            </a:r>
            <a:r>
              <a:rPr lang="en-US" sz="1699" b="1" err="1">
                <a:solidFill>
                  <a:srgbClr val="000000"/>
                </a:solidFill>
                <a:latin typeface="Noto Sans"/>
              </a:rPr>
              <a:t>messagerie</a:t>
            </a:r>
            <a:r>
              <a:rPr lang="en-US" sz="1699" b="1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b="1" err="1">
                <a:solidFill>
                  <a:srgbClr val="000000"/>
                </a:solidFill>
                <a:latin typeface="Noto Sans"/>
              </a:rPr>
              <a:t>vocale</a:t>
            </a:r>
            <a:r>
              <a:rPr lang="en-US" sz="1699" b="1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évolue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et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donne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accès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à la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renvoyer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appelant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vers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différents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000000"/>
                </a:solidFill>
                <a:latin typeface="Noto Sans"/>
              </a:rPr>
              <a:t>choix</a:t>
            </a:r>
            <a:r>
              <a:rPr lang="en-US" sz="1699">
                <a:solidFill>
                  <a:srgbClr val="000000"/>
                </a:solidFill>
                <a:latin typeface="Noto Sans"/>
              </a:rPr>
              <a:t>.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790CF40-E010-4F26-A826-D1A1626D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52139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35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04C215-0E67-4427-DDDD-4D7BFECBEA3C}"/>
              </a:ext>
            </a:extLst>
          </p:cNvPr>
          <p:cNvSpPr/>
          <p:nvPr/>
        </p:nvSpPr>
        <p:spPr>
          <a:xfrm>
            <a:off x="5679980" y="5663974"/>
            <a:ext cx="6787871" cy="3823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064F0C5-9812-76A0-8A5B-DD0A8F25941B}"/>
              </a:ext>
            </a:extLst>
          </p:cNvPr>
          <p:cNvSpPr txBox="1"/>
          <p:nvPr/>
        </p:nvSpPr>
        <p:spPr>
          <a:xfrm>
            <a:off x="7249838" y="2078329"/>
            <a:ext cx="3781425" cy="25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9"/>
              </a:lnSpc>
              <a:spcBef>
                <a:spcPct val="0"/>
              </a:spcBef>
            </a:pPr>
            <a:r>
              <a:rPr lang="en-US" sz="1999" spc="-39">
                <a:solidFill>
                  <a:srgbClr val="000000"/>
                </a:solidFill>
                <a:latin typeface="Noto Sans Bold"/>
              </a:rPr>
              <a:t>Option 2: Standard </a:t>
            </a:r>
            <a:r>
              <a:rPr lang="en-US" sz="1999" spc="-39" err="1">
                <a:solidFill>
                  <a:srgbClr val="000000"/>
                </a:solidFill>
                <a:latin typeface="Noto Sans Bold"/>
              </a:rPr>
              <a:t>intéractif</a:t>
            </a:r>
            <a:endParaRPr lang="en-US" sz="1999" spc="-39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BD74E39-89A9-3344-AABA-28DDD7B0B332}"/>
              </a:ext>
            </a:extLst>
          </p:cNvPr>
          <p:cNvSpPr txBox="1"/>
          <p:nvPr/>
        </p:nvSpPr>
        <p:spPr>
          <a:xfrm>
            <a:off x="6383021" y="2831073"/>
            <a:ext cx="5665853" cy="279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</a:t>
            </a:r>
            <a:r>
              <a:rPr lang="fr-FR" sz="17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Serveur Vocal Interactif, ou SVI</a:t>
            </a:r>
            <a:r>
              <a:rPr lang="fr-FR" sz="1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,  est une technologie de téléphonie qui permet aux clients d’interagir avec le système hôte de l’entreprise par le biais de menus vocaux configurables.</a:t>
            </a:r>
          </a:p>
          <a:p>
            <a:pPr algn="ctr">
              <a:lnSpc>
                <a:spcPct val="150000"/>
              </a:lnSpc>
            </a:pPr>
            <a:r>
              <a:rPr lang="fr-FR" sz="17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 SVI vous permet aussi d’enregistrer des messages d’accueil personnalisés pour une meilleure expérience client.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C9449763-1FC7-A367-65F9-AC3E82777E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5" t="4733" r="19623" b="42186"/>
          <a:stretch/>
        </p:blipFill>
        <p:spPr>
          <a:xfrm>
            <a:off x="5454486" y="5689009"/>
            <a:ext cx="7096462" cy="330231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9214568-3C69-6134-8582-0BC0C44E44F1}"/>
              </a:ext>
            </a:extLst>
          </p:cNvPr>
          <p:cNvSpPr txBox="1"/>
          <p:nvPr/>
        </p:nvSpPr>
        <p:spPr>
          <a:xfrm>
            <a:off x="280020" y="9629054"/>
            <a:ext cx="17984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i="1">
                <a:solidFill>
                  <a:srgbClr val="FF0000"/>
                </a:solidFill>
              </a:rPr>
              <a:t>Attention: En fonction du type de musique choisi des frais de droit d’auteur vous seront facturé annuellement par la </a:t>
            </a:r>
            <a:r>
              <a:rPr lang="fr-FR" i="1" err="1">
                <a:solidFill>
                  <a:srgbClr val="FF0000"/>
                </a:solidFill>
              </a:rPr>
              <a:t>Sasem</a:t>
            </a:r>
            <a:r>
              <a:rPr lang="fr-FR" i="1">
                <a:solidFill>
                  <a:srgbClr val="FF0000"/>
                </a:solidFill>
              </a:rPr>
              <a:t> ou tout autre organisme en charge des rémunérations des artistes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EDE3E8F7-4000-A2BB-F729-7CC7CA358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5400000">
            <a:off x="390290" y="3735511"/>
            <a:ext cx="5677594" cy="4400773"/>
            <a:chOff x="0" y="0"/>
            <a:chExt cx="2169828" cy="16818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9828" cy="1681861"/>
            </a:xfrm>
            <a:custGeom>
              <a:avLst/>
              <a:gdLst/>
              <a:ahLst/>
              <a:cxnLst/>
              <a:rect l="l" t="t" r="r" b="b"/>
              <a:pathLst>
                <a:path w="2169828" h="1681861">
                  <a:moveTo>
                    <a:pt x="2045368" y="1681861"/>
                  </a:moveTo>
                  <a:lnTo>
                    <a:pt x="124460" y="1681861"/>
                  </a:lnTo>
                  <a:cubicBezTo>
                    <a:pt x="55880" y="1681861"/>
                    <a:pt x="0" y="1625980"/>
                    <a:pt x="0" y="15574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45368" y="0"/>
                  </a:lnTo>
                  <a:cubicBezTo>
                    <a:pt x="2113948" y="0"/>
                    <a:pt x="2169828" y="55880"/>
                    <a:pt x="2169828" y="124460"/>
                  </a:cubicBezTo>
                  <a:lnTo>
                    <a:pt x="2169828" y="1557401"/>
                  </a:lnTo>
                  <a:cubicBezTo>
                    <a:pt x="2169828" y="1625981"/>
                    <a:pt x="2113948" y="1681861"/>
                    <a:pt x="2045368" y="1681861"/>
                  </a:cubicBez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6437454" y="3735511"/>
            <a:ext cx="5677594" cy="4400773"/>
            <a:chOff x="0" y="0"/>
            <a:chExt cx="2169828" cy="16818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69828" cy="1681861"/>
            </a:xfrm>
            <a:custGeom>
              <a:avLst/>
              <a:gdLst/>
              <a:ahLst/>
              <a:cxnLst/>
              <a:rect l="l" t="t" r="r" b="b"/>
              <a:pathLst>
                <a:path w="2169828" h="1681861">
                  <a:moveTo>
                    <a:pt x="2045368" y="1681861"/>
                  </a:moveTo>
                  <a:lnTo>
                    <a:pt x="124460" y="1681861"/>
                  </a:lnTo>
                  <a:cubicBezTo>
                    <a:pt x="55880" y="1681861"/>
                    <a:pt x="0" y="1625980"/>
                    <a:pt x="0" y="15574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45368" y="0"/>
                  </a:lnTo>
                  <a:cubicBezTo>
                    <a:pt x="2113948" y="0"/>
                    <a:pt x="2169828" y="55880"/>
                    <a:pt x="2169828" y="124460"/>
                  </a:cubicBezTo>
                  <a:lnTo>
                    <a:pt x="2169828" y="1557401"/>
                  </a:lnTo>
                  <a:cubicBezTo>
                    <a:pt x="2169828" y="1625981"/>
                    <a:pt x="2113948" y="1681861"/>
                    <a:pt x="2045368" y="1681861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12447505" y="3735511"/>
            <a:ext cx="5677594" cy="4400773"/>
            <a:chOff x="0" y="0"/>
            <a:chExt cx="2169828" cy="16818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69828" cy="1681861"/>
            </a:xfrm>
            <a:custGeom>
              <a:avLst/>
              <a:gdLst/>
              <a:ahLst/>
              <a:cxnLst/>
              <a:rect l="l" t="t" r="r" b="b"/>
              <a:pathLst>
                <a:path w="2169828" h="1681861">
                  <a:moveTo>
                    <a:pt x="2045368" y="1681861"/>
                  </a:moveTo>
                  <a:lnTo>
                    <a:pt x="124460" y="1681861"/>
                  </a:lnTo>
                  <a:cubicBezTo>
                    <a:pt x="55880" y="1681861"/>
                    <a:pt x="0" y="1625980"/>
                    <a:pt x="0" y="15574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45368" y="0"/>
                  </a:lnTo>
                  <a:cubicBezTo>
                    <a:pt x="2113948" y="0"/>
                    <a:pt x="2169828" y="55880"/>
                    <a:pt x="2169828" y="124460"/>
                  </a:cubicBezTo>
                  <a:lnTo>
                    <a:pt x="2169828" y="1557401"/>
                  </a:lnTo>
                  <a:cubicBezTo>
                    <a:pt x="2169828" y="1625981"/>
                    <a:pt x="2113948" y="1681861"/>
                    <a:pt x="2045368" y="1681861"/>
                  </a:cubicBezTo>
                  <a:close/>
                </a:path>
              </a:pathLst>
            </a:custGeom>
            <a:solidFill>
              <a:srgbClr val="8C9D8D">
                <a:alpha val="8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29473" y="5391562"/>
            <a:ext cx="1926583" cy="1021089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INSTALLATION &amp; FORMATION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63949" y="3630858"/>
            <a:ext cx="1730276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spc="-64" err="1">
                <a:solidFill>
                  <a:srgbClr val="000000"/>
                </a:solidFill>
                <a:latin typeface="Noto Sans Bold"/>
              </a:rPr>
              <a:t>Etape</a:t>
            </a:r>
            <a:r>
              <a:rPr lang="en-US" sz="3200" spc="-64">
                <a:solidFill>
                  <a:srgbClr val="000000"/>
                </a:solidFill>
                <a:latin typeface="Noto Sans Bold"/>
              </a:rPr>
              <a:t> 1 :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11113" y="3630858"/>
            <a:ext cx="1730276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spc="-64">
                <a:solidFill>
                  <a:srgbClr val="000000"/>
                </a:solidFill>
                <a:latin typeface="Noto Sans Bold"/>
              </a:rPr>
              <a:t>Etape 2 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21164" y="3630858"/>
            <a:ext cx="1730276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spc="-64">
                <a:solidFill>
                  <a:srgbClr val="000000"/>
                </a:solidFill>
                <a:latin typeface="Noto Sans Bold"/>
              </a:rPr>
              <a:t>Etape 3 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4825" y="4263169"/>
            <a:ext cx="3797690" cy="430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799">
                <a:solidFill>
                  <a:srgbClr val="000000"/>
                </a:solidFill>
                <a:latin typeface="Noto Sans"/>
              </a:rPr>
              <a:t>La matinée,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déploiement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des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postes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téléphoniques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. </a:t>
            </a:r>
          </a:p>
          <a:p>
            <a:pPr marL="388618" lvl="1" indent="-194309" algn="ctr">
              <a:lnSpc>
                <a:spcPts val="2699"/>
              </a:lnSpc>
              <a:buFont typeface="Arial"/>
              <a:buChar char="•"/>
            </a:pPr>
            <a:r>
              <a:rPr lang="en-US" sz="1799" err="1">
                <a:solidFill>
                  <a:srgbClr val="000000"/>
                </a:solidFill>
                <a:latin typeface="Noto Sans"/>
              </a:rPr>
              <a:t>Paramétrage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intégration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dans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l’espace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de travail de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l’utilisateur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.</a:t>
            </a:r>
          </a:p>
          <a:p>
            <a:pPr marL="388618" lvl="1" indent="-194309" algn="ctr">
              <a:lnSpc>
                <a:spcPts val="2699"/>
              </a:lnSpc>
              <a:buFont typeface="Arial"/>
              <a:buChar char="•"/>
            </a:pPr>
            <a:r>
              <a:rPr lang="en-US" sz="1799" err="1">
                <a:solidFill>
                  <a:srgbClr val="000000"/>
                </a:solidFill>
                <a:latin typeface="Noto Sans"/>
              </a:rPr>
              <a:t>Pré-paramétrage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l’autocom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positionnement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dans la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baie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de brassage.</a:t>
            </a:r>
          </a:p>
          <a:p>
            <a:pPr marL="388618" lvl="1" indent="-194309" algn="ctr">
              <a:lnSpc>
                <a:spcPts val="2699"/>
              </a:lnSpc>
              <a:buFont typeface="Arial"/>
              <a:buChar char="•"/>
            </a:pPr>
            <a:r>
              <a:rPr lang="en-US" sz="17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fin de matinée,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une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coupure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quelques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minutes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est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prévue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pour la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synchronisation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du PABX. La mise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route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est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immédiate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55237" y="4598587"/>
            <a:ext cx="3662131" cy="263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1799" err="1">
                <a:solidFill>
                  <a:srgbClr val="000000"/>
                </a:solidFill>
                <a:latin typeface="Noto Sans"/>
              </a:rPr>
              <a:t>Portabilité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du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numéro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fixe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n'est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pas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lorsque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avez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fait la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demande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commercial;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celle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ci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s'effectue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le jour de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l'installation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matériel. </a:t>
            </a:r>
          </a:p>
          <a:p>
            <a:pPr algn="ctr">
              <a:lnSpc>
                <a:spcPts val="2699"/>
              </a:lnSpc>
            </a:pPr>
            <a:r>
              <a:rPr lang="en-US" sz="1799" err="1">
                <a:solidFill>
                  <a:srgbClr val="000000"/>
                </a:solidFill>
                <a:latin typeface="Noto Sans"/>
              </a:rPr>
              <a:t>Pensez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vos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SDA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si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vous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799" err="1">
                <a:solidFill>
                  <a:srgbClr val="000000"/>
                </a:solidFill>
                <a:latin typeface="Noto Sans"/>
              </a:rPr>
              <a:t>souhaiter</a:t>
            </a:r>
            <a:r>
              <a:rPr lang="en-US" sz="1799">
                <a:solidFill>
                  <a:srgbClr val="000000"/>
                </a:solidFill>
                <a:latin typeface="Noto Sans"/>
              </a:rPr>
              <a:t> les conserver 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31764" y="4256330"/>
            <a:ext cx="3688974" cy="3750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L’après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-midi, les nouveaux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postes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sont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disponibles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pour les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utilisateurs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.</a:t>
            </a:r>
          </a:p>
          <a:p>
            <a:pPr marL="388620" lvl="1" indent="-194310" algn="ctr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Installation du soft pour le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couplage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téléphonie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/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informatique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sur les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postes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utilisateurs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.</a:t>
            </a:r>
          </a:p>
          <a:p>
            <a:pPr marL="388620" lvl="1" indent="-194310" algn="ctr">
              <a:lnSpc>
                <a:spcPts val="270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Une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fois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que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l’ensemble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tests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fiabilité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a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été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réalisé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nous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déposons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ancienne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installation.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476637" y="5332991"/>
            <a:ext cx="1926583" cy="1021089"/>
          </a:xfrm>
          <a:prstGeom prst="rect">
            <a:avLst/>
          </a:prstGeom>
        </p:spPr>
      </p:pic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AB9D61A8-3E03-44D1-A8EC-3D4DB164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292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36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1B4F8905-B5C1-8CF6-9427-441BB8472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5400000">
            <a:off x="3006642" y="2263008"/>
            <a:ext cx="7413038" cy="7939911"/>
            <a:chOff x="0" y="0"/>
            <a:chExt cx="2401924" cy="24785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01925" cy="2478573"/>
            </a:xfrm>
            <a:custGeom>
              <a:avLst/>
              <a:gdLst/>
              <a:ahLst/>
              <a:cxnLst/>
              <a:rect l="l" t="t" r="r" b="b"/>
              <a:pathLst>
                <a:path w="2401925" h="2478573">
                  <a:moveTo>
                    <a:pt x="2277464" y="2478573"/>
                  </a:moveTo>
                  <a:lnTo>
                    <a:pt x="124460" y="2478573"/>
                  </a:lnTo>
                  <a:cubicBezTo>
                    <a:pt x="55880" y="2478573"/>
                    <a:pt x="0" y="2422693"/>
                    <a:pt x="0" y="23541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277464" y="0"/>
                  </a:lnTo>
                  <a:cubicBezTo>
                    <a:pt x="2346044" y="0"/>
                    <a:pt x="2401925" y="55880"/>
                    <a:pt x="2401925" y="124460"/>
                  </a:cubicBezTo>
                  <a:lnTo>
                    <a:pt x="2401925" y="2354113"/>
                  </a:lnTo>
                  <a:cubicBezTo>
                    <a:pt x="2401925" y="2422693"/>
                    <a:pt x="2346044" y="2478573"/>
                    <a:pt x="2277464" y="2478573"/>
                  </a:cubicBez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9736484" y="4982996"/>
            <a:ext cx="7413041" cy="2499930"/>
            <a:chOff x="0" y="0"/>
            <a:chExt cx="2731973" cy="9554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31973" cy="955408"/>
            </a:xfrm>
            <a:custGeom>
              <a:avLst/>
              <a:gdLst/>
              <a:ahLst/>
              <a:cxnLst/>
              <a:rect l="l" t="t" r="r" b="b"/>
              <a:pathLst>
                <a:path w="2731973" h="955408">
                  <a:moveTo>
                    <a:pt x="2607513" y="955408"/>
                  </a:moveTo>
                  <a:lnTo>
                    <a:pt x="124460" y="955408"/>
                  </a:lnTo>
                  <a:cubicBezTo>
                    <a:pt x="55880" y="955408"/>
                    <a:pt x="0" y="899528"/>
                    <a:pt x="0" y="83094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07513" y="0"/>
                  </a:lnTo>
                  <a:cubicBezTo>
                    <a:pt x="2676093" y="0"/>
                    <a:pt x="2731973" y="55880"/>
                    <a:pt x="2731973" y="124460"/>
                  </a:cubicBezTo>
                  <a:lnTo>
                    <a:pt x="2731973" y="830948"/>
                  </a:lnTo>
                  <a:cubicBezTo>
                    <a:pt x="2731973" y="899528"/>
                    <a:pt x="2676093" y="955408"/>
                    <a:pt x="2607513" y="955408"/>
                  </a:cubicBezTo>
                  <a:close/>
                </a:path>
              </a:pathLst>
            </a:custGeom>
            <a:solidFill>
              <a:srgbClr val="8C9D8D">
                <a:alpha val="30980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683112" y="5833175"/>
            <a:ext cx="2005559" cy="1021089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12193040" y="1702076"/>
            <a:ext cx="2499930" cy="683465"/>
            <a:chOff x="0" y="0"/>
            <a:chExt cx="845655" cy="2311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5655" cy="231197"/>
            </a:xfrm>
            <a:custGeom>
              <a:avLst/>
              <a:gdLst/>
              <a:ahLst/>
              <a:cxnLst/>
              <a:rect l="l" t="t" r="r" b="b"/>
              <a:pathLst>
                <a:path w="845655" h="231197">
                  <a:moveTo>
                    <a:pt x="0" y="0"/>
                  </a:moveTo>
                  <a:lnTo>
                    <a:pt x="845655" y="0"/>
                  </a:lnTo>
                  <a:lnTo>
                    <a:pt x="845655" y="231197"/>
                  </a:lnTo>
                  <a:lnTo>
                    <a:pt x="0" y="231197"/>
                  </a:ln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57502" y="1698496"/>
            <a:ext cx="7711312" cy="683465"/>
            <a:chOff x="0" y="0"/>
            <a:chExt cx="2495303" cy="2311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95303" cy="231197"/>
            </a:xfrm>
            <a:custGeom>
              <a:avLst/>
              <a:gdLst/>
              <a:ahLst/>
              <a:cxnLst/>
              <a:rect l="l" t="t" r="r" b="b"/>
              <a:pathLst>
                <a:path w="2495303" h="231197">
                  <a:moveTo>
                    <a:pt x="0" y="0"/>
                  </a:moveTo>
                  <a:lnTo>
                    <a:pt x="2495303" y="0"/>
                  </a:lnTo>
                  <a:lnTo>
                    <a:pt x="2495303" y="231197"/>
                  </a:lnTo>
                  <a:lnTo>
                    <a:pt x="0" y="231197"/>
                  </a:lnTo>
                  <a:close/>
                </a:path>
              </a:pathLst>
            </a:custGeom>
            <a:solidFill>
              <a:srgbClr val="8C9D8D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109758" y="1864882"/>
            <a:ext cx="3206800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spc="-64" err="1">
                <a:solidFill>
                  <a:srgbClr val="000000"/>
                </a:solidFill>
                <a:latin typeface="Noto Sans Bold"/>
              </a:rPr>
              <a:t>Caractéristiques</a:t>
            </a:r>
            <a:endParaRPr lang="en-US" sz="3200" spc="-64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MAINTENANCE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18114" y="2659798"/>
            <a:ext cx="7390087" cy="7279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Noto Sans"/>
              </a:rPr>
              <a:t>Pièce,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déplacements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et main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d’œuvre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, Software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Télémaintenance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(interventions à distance)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Garantie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postes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fixes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Déplacement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cas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de panne majeure (standard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arrêté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)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Déplacement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cas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de panne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légère</a:t>
            </a: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Programmation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du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serveur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télécom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et des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postes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(IPBX…)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Garantie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postes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sans fil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Garantie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casques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 err="1">
                <a:solidFill>
                  <a:srgbClr val="000000"/>
                </a:solidFill>
                <a:latin typeface="Noto Sans"/>
              </a:rPr>
              <a:t>Changement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des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consommables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(cordons,…)</a:t>
            </a:r>
          </a:p>
          <a:p>
            <a:pPr>
              <a:lnSpc>
                <a:spcPts val="2999"/>
              </a:lnSpc>
            </a:pPr>
            <a:endParaRPr lang="en-US" sz="1999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Noto Sans"/>
              </a:rPr>
              <a:t>Hotline et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télémaintenance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illimitées</a:t>
            </a:r>
            <a:endParaRPr lang="en-US" sz="1999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691274" y="1860293"/>
            <a:ext cx="1558126" cy="413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3200" spc="-64" err="1">
                <a:solidFill>
                  <a:srgbClr val="000000"/>
                </a:solidFill>
                <a:latin typeface="Noto Sans Bold"/>
              </a:rPr>
              <a:t>Contrat</a:t>
            </a:r>
            <a:endParaRPr lang="en-US" sz="3200" spc="-64">
              <a:solidFill>
                <a:srgbClr val="000000"/>
              </a:solidFill>
              <a:latin typeface="Noto Sans Bold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05951" y="2595997"/>
            <a:ext cx="474106" cy="452179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05951" y="3323830"/>
            <a:ext cx="474106" cy="452179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05951" y="4051663"/>
            <a:ext cx="474106" cy="452179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33284" y="6394588"/>
            <a:ext cx="474106" cy="452179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05951" y="8673597"/>
            <a:ext cx="474106" cy="45217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205951" y="9425983"/>
            <a:ext cx="474106" cy="452179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2880689" y="4984432"/>
            <a:ext cx="108540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Noto Sans"/>
              </a:rPr>
              <a:t>Sous 4h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32809" y="5833175"/>
            <a:ext cx="1085404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Noto Sans"/>
              </a:rPr>
              <a:t>Sous 8h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44854" y="7269141"/>
            <a:ext cx="1085404" cy="310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Noto Sans"/>
              </a:rPr>
              <a:t>Option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88408" y="8001794"/>
            <a:ext cx="998296" cy="310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Noto Sans"/>
              </a:rPr>
              <a:t>Option</a:t>
            </a:r>
          </a:p>
        </p:txBody>
      </p:sp>
      <p:sp>
        <p:nvSpPr>
          <p:cNvPr id="31" name="Espace réservé du numéro de diapositive 30">
            <a:extLst>
              <a:ext uri="{FF2B5EF4-FFF2-40B4-BE49-F238E27FC236}">
                <a16:creationId xmlns:a16="http://schemas.microsoft.com/office/drawing/2014/main" id="{956A0FC3-78AA-433E-9ABC-47333AFD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71642" y="986840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37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47201DD-1AF9-3EE3-CE44-B5E7825F8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825" b="782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TARIFICATION ET DEVIS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694BAE1-32E3-4563-BE2D-34B02DB3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91588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38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EB57717-C858-8D80-4CD7-8E870D290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7" name="Picture 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8" name="Picture 8"/>
          <p:cNvPicPr>
            <a:picLocks noChangeAspect="1"/>
          </p:cNvPicPr>
          <p:nvPr/>
        </p:nvPicPr>
        <p:blipFill>
          <a:blip>
            <a:alphaModFix amt="6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-358325">
            <a:off x="7128677" y="3634684"/>
            <a:ext cx="3829419" cy="265187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-1615946">
            <a:off x="4739459" y="5953604"/>
            <a:ext cx="2940306" cy="71302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2245199" flipV="1">
            <a:off x="4827404" y="3427622"/>
            <a:ext cx="2940306" cy="71302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1251954" flipH="1">
            <a:off x="10241066" y="5829504"/>
            <a:ext cx="2940306" cy="71302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-1615946" flipH="1" flipV="1">
            <a:off x="9688351" y="3295831"/>
            <a:ext cx="2940306" cy="713024"/>
          </a:xfrm>
          <a:prstGeom prst="rect">
            <a:avLst/>
          </a:prstGeom>
        </p:spPr>
      </p:pic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2561592" y="1716817"/>
            <a:ext cx="1903588" cy="1903580"/>
            <a:chOff x="0" y="0"/>
            <a:chExt cx="6350000" cy="63499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43896" r="-4389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115526" y="5776441"/>
            <a:ext cx="2329214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err="1">
                <a:solidFill>
                  <a:srgbClr val="000000"/>
                </a:solidFill>
                <a:latin typeface="Noto Sans"/>
              </a:rPr>
              <a:t>Paramétrage</a:t>
            </a:r>
            <a:r>
              <a:rPr lang="en-US" sz="2000">
                <a:solidFill>
                  <a:srgbClr val="000000"/>
                </a:solidFill>
                <a:latin typeface="Noto Sans"/>
              </a:rPr>
              <a:t> &amp; installation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25472" y="2633878"/>
            <a:ext cx="2329214" cy="739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Maintenance </a:t>
            </a:r>
            <a:r>
              <a:rPr lang="en-US" sz="2000" err="1">
                <a:solidFill>
                  <a:srgbClr val="000000"/>
                </a:solidFill>
                <a:latin typeface="Noto Sans"/>
              </a:rPr>
              <a:t>illimitée</a:t>
            </a:r>
            <a:endParaRPr lang="en-US" sz="2000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2561592" y="5164376"/>
            <a:ext cx="1903588" cy="1903580"/>
            <a:chOff x="0" y="0"/>
            <a:chExt cx="6350000" cy="6349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24906" r="-2490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2821884" y="1748763"/>
            <a:ext cx="1903588" cy="1903580"/>
            <a:chOff x="0" y="0"/>
            <a:chExt cx="6350000" cy="6349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24906" r="-2490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3211938" y="4878493"/>
            <a:ext cx="1903588" cy="1903580"/>
            <a:chOff x="0" y="411015"/>
            <a:chExt cx="6350000" cy="6349975"/>
          </a:xfrm>
        </p:grpSpPr>
        <p:sp>
          <p:nvSpPr>
            <p:cNvPr id="22" name="Freeform 22"/>
            <p:cNvSpPr/>
            <p:nvPr/>
          </p:nvSpPr>
          <p:spPr>
            <a:xfrm>
              <a:off x="0" y="411015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24906" r="-24906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3" name="AutoShape 23"/>
          <p:cNvSpPr/>
          <p:nvPr/>
        </p:nvSpPr>
        <p:spPr>
          <a:xfrm rot="-5400000" flipV="1">
            <a:off x="8288123" y="9508898"/>
            <a:ext cx="1533365" cy="22840"/>
          </a:xfrm>
          <a:prstGeom prst="line">
            <a:avLst/>
          </a:prstGeom>
          <a:ln w="47625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>
            <a:off x="2830043" y="9348905"/>
            <a:ext cx="1176809" cy="0"/>
          </a:xfrm>
          <a:prstGeom prst="line">
            <a:avLst/>
          </a:prstGeom>
          <a:ln w="47625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AutoShape 25"/>
          <p:cNvSpPr/>
          <p:nvPr/>
        </p:nvSpPr>
        <p:spPr>
          <a:xfrm>
            <a:off x="6693470" y="9325067"/>
            <a:ext cx="1176809" cy="0"/>
          </a:xfrm>
          <a:prstGeom prst="line">
            <a:avLst/>
          </a:prstGeom>
          <a:ln w="47625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>
            <a:off x="10305882" y="9348905"/>
            <a:ext cx="1176809" cy="0"/>
          </a:xfrm>
          <a:prstGeom prst="line">
            <a:avLst/>
          </a:prstGeom>
          <a:ln w="47625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7" name="AutoShape 27"/>
          <p:cNvSpPr/>
          <p:nvPr/>
        </p:nvSpPr>
        <p:spPr>
          <a:xfrm>
            <a:off x="14169309" y="9325067"/>
            <a:ext cx="1176809" cy="0"/>
          </a:xfrm>
          <a:prstGeom prst="line">
            <a:avLst/>
          </a:prstGeom>
          <a:ln w="47625" cap="rnd">
            <a:solidFill>
              <a:srgbClr val="12345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8" name="Group 28"/>
          <p:cNvGrpSpPr/>
          <p:nvPr/>
        </p:nvGrpSpPr>
        <p:grpSpPr>
          <a:xfrm>
            <a:off x="1935145" y="8719689"/>
            <a:ext cx="14417710" cy="1567311"/>
            <a:chOff x="0" y="0"/>
            <a:chExt cx="4871795" cy="6855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71795" cy="685560"/>
            </a:xfrm>
            <a:custGeom>
              <a:avLst/>
              <a:gdLst/>
              <a:ahLst/>
              <a:cxnLst/>
              <a:rect l="l" t="t" r="r" b="b"/>
              <a:pathLst>
                <a:path w="4871795" h="685560">
                  <a:moveTo>
                    <a:pt x="4747335" y="685560"/>
                  </a:moveTo>
                  <a:lnTo>
                    <a:pt x="124460" y="685560"/>
                  </a:lnTo>
                  <a:cubicBezTo>
                    <a:pt x="55880" y="685560"/>
                    <a:pt x="0" y="629680"/>
                    <a:pt x="0" y="5611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747335" y="0"/>
                  </a:lnTo>
                  <a:cubicBezTo>
                    <a:pt x="4815915" y="0"/>
                    <a:pt x="4871795" y="55880"/>
                    <a:pt x="4871795" y="124460"/>
                  </a:cubicBezTo>
                  <a:lnTo>
                    <a:pt x="4871795" y="561100"/>
                  </a:lnTo>
                  <a:cubicBezTo>
                    <a:pt x="4871795" y="629680"/>
                    <a:pt x="4815915" y="685560"/>
                    <a:pt x="4747335" y="68556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8C9D8D">
                    <a:tint val="66000"/>
                    <a:satMod val="160000"/>
                  </a:srgbClr>
                </a:gs>
                <a:gs pos="50000">
                  <a:srgbClr val="8C9D8D">
                    <a:tint val="44500"/>
                    <a:satMod val="160000"/>
                  </a:srgbClr>
                </a:gs>
                <a:gs pos="100000">
                  <a:srgbClr val="8C9D8D">
                    <a:tint val="23500"/>
                    <a:satMod val="16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296783" y="662886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000000"/>
                </a:solidFill>
                <a:latin typeface="Noto Sans Bold"/>
              </a:rPr>
              <a:t>TARIFICATION ET DEVIS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14405" y="4927410"/>
            <a:ext cx="3971255" cy="310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000000"/>
                </a:solidFill>
                <a:latin typeface="Noto Sans Bold"/>
              </a:rPr>
              <a:t>{{TEL_UNIT_PRICE}}€ HT / </a:t>
            </a:r>
            <a:r>
              <a:rPr lang="en-US" sz="2400" spc="-48" err="1">
                <a:solidFill>
                  <a:srgbClr val="000000"/>
                </a:solidFill>
                <a:latin typeface="Noto Sans Bold"/>
              </a:rPr>
              <a:t>mois</a:t>
            </a:r>
            <a:r>
              <a:rPr lang="en-US" sz="2400" spc="-48">
                <a:solidFill>
                  <a:srgbClr val="000000"/>
                </a:solidFill>
                <a:latin typeface="Noto Sans Bold"/>
              </a:rPr>
              <a:t> / Poste*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523557" y="890851"/>
            <a:ext cx="2369493" cy="25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sz="1900" spc="-38">
                <a:solidFill>
                  <a:srgbClr val="000000"/>
                </a:solidFill>
                <a:latin typeface="Noto Sans Bold"/>
              </a:rPr>
              <a:t>Durée: {{TEL_DUREE}} trimestres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13959" y="7087477"/>
            <a:ext cx="1187053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Noto Sans Bold"/>
              </a:rPr>
              <a:t>{{TEL_QTY}} postes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7634" y="3577534"/>
            <a:ext cx="4812837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1999">
                <a:solidFill>
                  <a:srgbClr val="000000"/>
                </a:solidFill>
                <a:latin typeface="Noto Sans Bold"/>
              </a:rPr>
              <a:t>20 Appels </a:t>
            </a:r>
            <a:r>
              <a:rPr lang="en-US" sz="1999" err="1">
                <a:solidFill>
                  <a:srgbClr val="000000"/>
                </a:solidFill>
                <a:latin typeface="Noto Sans Bold"/>
              </a:rPr>
              <a:t>simultanés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fixe et mobile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France </a:t>
            </a:r>
            <a:r>
              <a:rPr lang="en-US" sz="1999" err="1">
                <a:solidFill>
                  <a:srgbClr val="000000"/>
                </a:solidFill>
                <a:latin typeface="Noto Sans"/>
              </a:rPr>
              <a:t>dont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99">
                <a:solidFill>
                  <a:srgbClr val="000000"/>
                </a:solidFill>
                <a:latin typeface="Noto Sans Bold"/>
              </a:rPr>
              <a:t>10 </a:t>
            </a:r>
            <a:r>
              <a:rPr lang="en-US" sz="1999" err="1">
                <a:solidFill>
                  <a:srgbClr val="000000"/>
                </a:solidFill>
                <a:latin typeface="Noto Sans Bold"/>
              </a:rPr>
              <a:t>sortants</a:t>
            </a:r>
            <a:r>
              <a:rPr lang="en-US" sz="1999">
                <a:solidFill>
                  <a:srgbClr val="000000"/>
                </a:solidFill>
                <a:latin typeface="Noto Sans"/>
              </a:rPr>
              <a:t> + 40 destinations fixe </a:t>
            </a:r>
            <a:r>
              <a:rPr lang="en-US" sz="1999">
                <a:solidFill>
                  <a:srgbClr val="000000"/>
                </a:solidFill>
                <a:latin typeface="Noto Sans Bold"/>
              </a:rPr>
              <a:t>à </a:t>
            </a:r>
            <a:r>
              <a:rPr lang="en-US" sz="1999" err="1">
                <a:solidFill>
                  <a:srgbClr val="000000"/>
                </a:solidFill>
                <a:latin typeface="Noto Sans Bold"/>
              </a:rPr>
              <a:t>l’international</a:t>
            </a:r>
            <a:endParaRPr lang="en-US" sz="1999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248695" y="8120959"/>
            <a:ext cx="1933426" cy="5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5"/>
              </a:lnSpc>
            </a:pPr>
            <a:r>
              <a:rPr lang="en-US" sz="3203">
                <a:solidFill>
                  <a:srgbClr val="000000"/>
                </a:solidFill>
                <a:latin typeface="Noto Sans Bold"/>
              </a:rPr>
              <a:t>Internet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50720" y="8120959"/>
            <a:ext cx="1834940" cy="582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5"/>
              </a:lnSpc>
            </a:pPr>
            <a:r>
              <a:rPr lang="en-US" sz="3203">
                <a:solidFill>
                  <a:srgbClr val="000000"/>
                </a:solidFill>
                <a:latin typeface="Noto Sans Bold"/>
              </a:rPr>
              <a:t>Mobile 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459274" y="9655345"/>
            <a:ext cx="2569926" cy="377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02" err="1">
                <a:solidFill>
                  <a:srgbClr val="000000"/>
                </a:solidFill>
                <a:latin typeface="Noto Sans Bold"/>
              </a:rPr>
              <a:t>{{TEL_INTERNET_TYPE}}</a:t>
            </a:r>
            <a:r>
              <a:rPr lang="en-US" sz="2102">
                <a:solidFill>
                  <a:srgbClr val="000000"/>
                </a:solidFill>
                <a:latin typeface="Noto Sans Bold"/>
              </a:rPr>
              <a:t/>
            </a:r>
            <a:r>
              <a:rPr lang="en-US" sz="2102" err="1">
                <a:solidFill>
                  <a:srgbClr val="000000"/>
                </a:solidFill>
                <a:latin typeface="Noto Sans Bold"/>
              </a:rPr>
              <a:t/>
            </a:r>
            <a:endParaRPr lang="en-US" sz="2102">
              <a:solidFill>
                <a:srgbClr val="000000"/>
              </a:solidFill>
              <a:latin typeface="Noto Sans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163450" y="9655345"/>
            <a:ext cx="2158454" cy="37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02">
                <a:solidFill>
                  <a:srgbClr val="000000"/>
                </a:solidFill>
                <a:latin typeface="Noto Sans Bold"/>
              </a:rPr>
              <a:t>{{TEL_INTERNET_PRIX}} HT/ mois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807136" y="8856016"/>
            <a:ext cx="1193875" cy="3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</a:pPr>
            <a:r>
              <a:rPr lang="en-US" sz="2002" u="sng">
                <a:solidFill>
                  <a:srgbClr val="000000"/>
                </a:solidFill>
                <a:latin typeface="Noto Sans"/>
              </a:rPr>
              <a:t>Typologie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10785" y="8861726"/>
            <a:ext cx="542181" cy="354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</a:pPr>
            <a:r>
              <a:rPr lang="en-US" sz="2002" u="sng">
                <a:solidFill>
                  <a:srgbClr val="000000"/>
                </a:solidFill>
                <a:latin typeface="Noto Sans"/>
              </a:rPr>
              <a:t>Tarif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76825" y="8861726"/>
            <a:ext cx="778222" cy="35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</a:pPr>
            <a:r>
              <a:rPr lang="en-US" sz="2002" u="sng">
                <a:solidFill>
                  <a:srgbClr val="000000"/>
                </a:solidFill>
                <a:latin typeface="Noto Sans"/>
              </a:rPr>
              <a:t>Forfait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486623" y="8861726"/>
            <a:ext cx="542181" cy="35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3"/>
              </a:lnSpc>
            </a:pPr>
            <a:r>
              <a:rPr lang="en-US" sz="2002" u="sng">
                <a:solidFill>
                  <a:srgbClr val="000000"/>
                </a:solidFill>
                <a:latin typeface="Noto Sans"/>
              </a:rPr>
              <a:t>Tarif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72963" y="9655345"/>
            <a:ext cx="1735187" cy="37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02">
                <a:solidFill>
                  <a:srgbClr val="000000"/>
                </a:solidFill>
                <a:latin typeface="Noto Sans Bold"/>
              </a:rPr>
              <a:t>{{TEL_MOBILE_LABEL}}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00183" y="9655345"/>
            <a:ext cx="2158454" cy="37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3"/>
              </a:lnSpc>
            </a:pPr>
            <a:r>
              <a:rPr lang="en-US" sz="2102">
                <a:solidFill>
                  <a:srgbClr val="000000"/>
                </a:solidFill>
                <a:latin typeface="Noto Sans Bold"/>
              </a:rPr>
              <a:t>{{TEL_MOBILE_PRIX}} HT/ mois </a:t>
            </a:r>
          </a:p>
        </p:txBody>
      </p:sp>
      <p:sp>
        <p:nvSpPr>
          <p:cNvPr id="47" name="Espace réservé du numéro de diapositive 46">
            <a:extLst>
              <a:ext uri="{FF2B5EF4-FFF2-40B4-BE49-F238E27FC236}">
                <a16:creationId xmlns:a16="http://schemas.microsoft.com/office/drawing/2014/main" id="{7646BECC-8CEA-4BC5-80EB-290636DC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64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39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8" name="TextBox 33">
            <a:extLst>
              <a:ext uri="{FF2B5EF4-FFF2-40B4-BE49-F238E27FC236}">
                <a16:creationId xmlns:a16="http://schemas.microsoft.com/office/drawing/2014/main" id="{AA48A58C-98F9-4E94-B748-B5925BFBBE73}"/>
              </a:ext>
            </a:extLst>
          </p:cNvPr>
          <p:cNvSpPr txBox="1"/>
          <p:nvPr/>
        </p:nvSpPr>
        <p:spPr>
          <a:xfrm>
            <a:off x="8661649" y="7417060"/>
            <a:ext cx="9877068" cy="892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oto Sans"/>
              </a:rPr>
              <a:t>*{{TEL_LEASING_MENSUEL}} HT/</a:t>
            </a:r>
            <a:r>
              <a:rPr lang="en-US" sz="1400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400">
                <a:solidFill>
                  <a:srgbClr val="000000"/>
                </a:solidFill>
                <a:latin typeface="Noto Sans"/>
              </a:rPr>
              <a:t> pour le leasing du matériel + {{TEL_ABOS_MENSUEL}} HT/</a:t>
            </a:r>
            <a:r>
              <a:rPr lang="en-US" sz="1400" err="1">
                <a:solidFill>
                  <a:srgbClr val="000000"/>
                </a:solidFill>
                <a:latin typeface="Noto Sans"/>
              </a:rPr>
              <a:t>mois</a:t>
            </a:r>
            <a:r>
              <a:rPr lang="en-US" sz="1400">
                <a:solidFill>
                  <a:srgbClr val="000000"/>
                </a:solidFill>
                <a:latin typeface="Noto Sans"/>
              </a:rPr>
              <a:t> pour la maintenance et les communications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oto Sans"/>
              </a:rPr>
              <a:t>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1400" spc="-48">
              <a:solidFill>
                <a:srgbClr val="000000"/>
              </a:solidFill>
              <a:latin typeface="Noto Sans Bold"/>
            </a:endParaRP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3D7E3A02-041E-3FB7-2EB7-A6E555F017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5551438" y="1768106"/>
            <a:ext cx="7185124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spc="-59">
                <a:solidFill>
                  <a:srgbClr val="000000"/>
                </a:solidFill>
                <a:latin typeface="Noto Sans Bold"/>
              </a:rPr>
              <a:t>SITUATION ACTUELLE € HT / TRIMESTRE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54231" y="5229635"/>
            <a:ext cx="7181106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spc="-59">
                <a:solidFill>
                  <a:srgbClr val="000000"/>
                </a:solidFill>
                <a:latin typeface="Noto Sans Bold"/>
              </a:rPr>
              <a:t>SOLUTION PROPOSEE € HT / TRIMESTRE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NOS CONDITIONS FINANCIÈRES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3" name="TextBox 13"/>
          <p:cNvSpPr txBox="1"/>
          <p:nvPr/>
        </p:nvSpPr>
        <p:spPr>
          <a:xfrm>
            <a:off x="1488057" y="9692920"/>
            <a:ext cx="137160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  <a:spcBef>
                <a:spcPct val="0"/>
              </a:spcBef>
            </a:pPr>
            <a:r>
              <a:rPr lang="en-US" sz="1500" spc="-30">
                <a:solidFill>
                  <a:srgbClr val="000000"/>
                </a:solidFill>
                <a:latin typeface="Noto Sans"/>
              </a:rPr>
              <a:t>Dans le cadre de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ce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contrat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 Levad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s’engage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remettre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un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règlement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à hauteur de 10  000€ maximum 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correspondant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aux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indemnités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résiliation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ancien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500" spc="-30" err="1">
                <a:solidFill>
                  <a:srgbClr val="000000"/>
                </a:solidFill>
                <a:latin typeface="Noto Sans"/>
              </a:rPr>
              <a:t>contrat</a:t>
            </a:r>
            <a:r>
              <a:rPr lang="en-US" sz="1500" spc="-30">
                <a:solidFill>
                  <a:srgbClr val="000000"/>
                </a:solidFill>
                <a:latin typeface="Noto Sans"/>
              </a:rPr>
              <a:t>.</a:t>
            </a:r>
          </a:p>
        </p:txBody>
      </p:sp>
      <p:sp>
        <p:nvSpPr>
          <p:cNvPr id="214" name="Espace réservé du numéro de diapositive 213">
            <a:extLst>
              <a:ext uri="{FF2B5EF4-FFF2-40B4-BE49-F238E27FC236}">
                <a16:creationId xmlns:a16="http://schemas.microsoft.com/office/drawing/2014/main" id="{D8AAC28A-06EB-4077-8302-3F07240F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89659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40</a:t>
            </a:fld>
            <a:endParaRPr lang="en-US" sz="2000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215" name="Tableau 31">
            <a:extLst>
              <a:ext uri="{FF2B5EF4-FFF2-40B4-BE49-F238E27FC236}">
                <a16:creationId xmlns:a16="http://schemas.microsoft.com/office/drawing/2014/main" id="{A7B47AED-8176-4728-BC0C-397465775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703618"/>
              </p:ext>
            </p:extLst>
          </p:nvPr>
        </p:nvGraphicFramePr>
        <p:xfrm>
          <a:off x="609600" y="2654367"/>
          <a:ext cx="16543042" cy="2356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116">
                  <a:extLst>
                    <a:ext uri="{9D8B030D-6E8A-4147-A177-3AD203B41FA5}">
                      <a16:colId xmlns:a16="http://schemas.microsoft.com/office/drawing/2014/main" val="366729901"/>
                    </a:ext>
                  </a:extLst>
                </a:gridCol>
                <a:gridCol w="1654632">
                  <a:extLst>
                    <a:ext uri="{9D8B030D-6E8A-4147-A177-3AD203B41FA5}">
                      <a16:colId xmlns:a16="http://schemas.microsoft.com/office/drawing/2014/main" val="836774716"/>
                    </a:ext>
                  </a:extLst>
                </a:gridCol>
                <a:gridCol w="1219203">
                  <a:extLst>
                    <a:ext uri="{9D8B030D-6E8A-4147-A177-3AD203B41FA5}">
                      <a16:colId xmlns:a16="http://schemas.microsoft.com/office/drawing/2014/main" val="3904866573"/>
                    </a:ext>
                  </a:extLst>
                </a:gridCol>
                <a:gridCol w="1084214">
                  <a:extLst>
                    <a:ext uri="{9D8B030D-6E8A-4147-A177-3AD203B41FA5}">
                      <a16:colId xmlns:a16="http://schemas.microsoft.com/office/drawing/2014/main" val="4065342293"/>
                    </a:ext>
                  </a:extLst>
                </a:gridCol>
                <a:gridCol w="1272542">
                  <a:extLst>
                    <a:ext uri="{9D8B030D-6E8A-4147-A177-3AD203B41FA5}">
                      <a16:colId xmlns:a16="http://schemas.microsoft.com/office/drawing/2014/main" val="3263342914"/>
                    </a:ext>
                  </a:extLst>
                </a:gridCol>
                <a:gridCol w="1272542">
                  <a:extLst>
                    <a:ext uri="{9D8B030D-6E8A-4147-A177-3AD203B41FA5}">
                      <a16:colId xmlns:a16="http://schemas.microsoft.com/office/drawing/2014/main" val="801776075"/>
                    </a:ext>
                  </a:extLst>
                </a:gridCol>
                <a:gridCol w="1272542">
                  <a:extLst>
                    <a:ext uri="{9D8B030D-6E8A-4147-A177-3AD203B41FA5}">
                      <a16:colId xmlns:a16="http://schemas.microsoft.com/office/drawing/2014/main" val="2688046370"/>
                    </a:ext>
                  </a:extLst>
                </a:gridCol>
                <a:gridCol w="1272542">
                  <a:extLst>
                    <a:ext uri="{9D8B030D-6E8A-4147-A177-3AD203B41FA5}">
                      <a16:colId xmlns:a16="http://schemas.microsoft.com/office/drawing/2014/main" val="3047966070"/>
                    </a:ext>
                  </a:extLst>
                </a:gridCol>
                <a:gridCol w="1272542">
                  <a:extLst>
                    <a:ext uri="{9D8B030D-6E8A-4147-A177-3AD203B41FA5}">
                      <a16:colId xmlns:a16="http://schemas.microsoft.com/office/drawing/2014/main" val="498430867"/>
                    </a:ext>
                  </a:extLst>
                </a:gridCol>
                <a:gridCol w="972740">
                  <a:extLst>
                    <a:ext uri="{9D8B030D-6E8A-4147-A177-3AD203B41FA5}">
                      <a16:colId xmlns:a16="http://schemas.microsoft.com/office/drawing/2014/main" val="2706441493"/>
                    </a:ext>
                  </a:extLst>
                </a:gridCol>
                <a:gridCol w="1163108">
                  <a:extLst>
                    <a:ext uri="{9D8B030D-6E8A-4147-A177-3AD203B41FA5}">
                      <a16:colId xmlns:a16="http://schemas.microsoft.com/office/drawing/2014/main" val="1630004604"/>
                    </a:ext>
                  </a:extLst>
                </a:gridCol>
                <a:gridCol w="1834853">
                  <a:extLst>
                    <a:ext uri="{9D8B030D-6E8A-4147-A177-3AD203B41FA5}">
                      <a16:colId xmlns:a16="http://schemas.microsoft.com/office/drawing/2014/main" val="18522674"/>
                    </a:ext>
                  </a:extLst>
                </a:gridCol>
                <a:gridCol w="1119466">
                  <a:extLst>
                    <a:ext uri="{9D8B030D-6E8A-4147-A177-3AD203B41FA5}">
                      <a16:colId xmlns:a16="http://schemas.microsoft.com/office/drawing/2014/main" val="716665034"/>
                    </a:ext>
                  </a:extLst>
                </a:gridCol>
              </a:tblGrid>
              <a:tr h="730092"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Matériel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de Financement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Loyer Mensuel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Opérateur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Internet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Maintenance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HT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90578361"/>
                  </a:ext>
                </a:extLst>
              </a:tr>
              <a:tr h="65752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Numeris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Voip</a:t>
                      </a:r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Nombre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Lien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Data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4G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17950"/>
                  </a:ext>
                </a:extLst>
              </a:tr>
              <a:tr h="968802"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  <a:r>
                        <a:rPr lang="fr-FR" sz="1600" b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22207351"/>
                  </a:ext>
                </a:extLst>
              </a:tr>
            </a:tbl>
          </a:graphicData>
        </a:graphic>
      </p:graphicFrame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95784" y="4380787"/>
            <a:ext cx="474106" cy="452179"/>
          </a:xfrm>
          <a:prstGeom prst="rect">
            <a:avLst/>
          </a:prstGeom>
        </p:spPr>
      </p:pic>
      <p:pic>
        <p:nvPicPr>
          <p:cNvPr id="107" name="Picture 10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116139" y="4380787"/>
            <a:ext cx="528868" cy="456809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2512591" y="4380787"/>
            <a:ext cx="528868" cy="456809"/>
          </a:xfrm>
          <a:prstGeom prst="rect">
            <a:avLst/>
          </a:prstGeom>
        </p:spPr>
      </p:pic>
      <p:graphicFrame>
        <p:nvGraphicFramePr>
          <p:cNvPr id="217" name="Tableau 31">
            <a:extLst>
              <a:ext uri="{FF2B5EF4-FFF2-40B4-BE49-F238E27FC236}">
                <a16:creationId xmlns:a16="http://schemas.microsoft.com/office/drawing/2014/main" id="{1ECD4013-D623-463B-8369-5FA5E21C7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163561"/>
              </p:ext>
            </p:extLst>
          </p:nvPr>
        </p:nvGraphicFramePr>
        <p:xfrm>
          <a:off x="1411001" y="6162630"/>
          <a:ext cx="15741641" cy="3060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272">
                  <a:extLst>
                    <a:ext uri="{9D8B030D-6E8A-4147-A177-3AD203B41FA5}">
                      <a16:colId xmlns:a16="http://schemas.microsoft.com/office/drawing/2014/main" val="366729901"/>
                    </a:ext>
                  </a:extLst>
                </a:gridCol>
                <a:gridCol w="1574476">
                  <a:extLst>
                    <a:ext uri="{9D8B030D-6E8A-4147-A177-3AD203B41FA5}">
                      <a16:colId xmlns:a16="http://schemas.microsoft.com/office/drawing/2014/main" val="836774716"/>
                    </a:ext>
                  </a:extLst>
                </a:gridCol>
                <a:gridCol w="1160141">
                  <a:extLst>
                    <a:ext uri="{9D8B030D-6E8A-4147-A177-3AD203B41FA5}">
                      <a16:colId xmlns:a16="http://schemas.microsoft.com/office/drawing/2014/main" val="3904866573"/>
                    </a:ext>
                  </a:extLst>
                </a:gridCol>
                <a:gridCol w="1031691">
                  <a:extLst>
                    <a:ext uri="{9D8B030D-6E8A-4147-A177-3AD203B41FA5}">
                      <a16:colId xmlns:a16="http://schemas.microsoft.com/office/drawing/2014/main" val="4065342293"/>
                    </a:ext>
                  </a:extLst>
                </a:gridCol>
                <a:gridCol w="1210896">
                  <a:extLst>
                    <a:ext uri="{9D8B030D-6E8A-4147-A177-3AD203B41FA5}">
                      <a16:colId xmlns:a16="http://schemas.microsoft.com/office/drawing/2014/main" val="3263342914"/>
                    </a:ext>
                  </a:extLst>
                </a:gridCol>
                <a:gridCol w="1210896">
                  <a:extLst>
                    <a:ext uri="{9D8B030D-6E8A-4147-A177-3AD203B41FA5}">
                      <a16:colId xmlns:a16="http://schemas.microsoft.com/office/drawing/2014/main" val="801776075"/>
                    </a:ext>
                  </a:extLst>
                </a:gridCol>
                <a:gridCol w="1210896">
                  <a:extLst>
                    <a:ext uri="{9D8B030D-6E8A-4147-A177-3AD203B41FA5}">
                      <a16:colId xmlns:a16="http://schemas.microsoft.com/office/drawing/2014/main" val="2688046370"/>
                    </a:ext>
                  </a:extLst>
                </a:gridCol>
                <a:gridCol w="1210896">
                  <a:extLst>
                    <a:ext uri="{9D8B030D-6E8A-4147-A177-3AD203B41FA5}">
                      <a16:colId xmlns:a16="http://schemas.microsoft.com/office/drawing/2014/main" val="3047966070"/>
                    </a:ext>
                  </a:extLst>
                </a:gridCol>
                <a:gridCol w="1210896">
                  <a:extLst>
                    <a:ext uri="{9D8B030D-6E8A-4147-A177-3AD203B41FA5}">
                      <a16:colId xmlns:a16="http://schemas.microsoft.com/office/drawing/2014/main" val="498430867"/>
                    </a:ext>
                  </a:extLst>
                </a:gridCol>
                <a:gridCol w="925617">
                  <a:extLst>
                    <a:ext uri="{9D8B030D-6E8A-4147-A177-3AD203B41FA5}">
                      <a16:colId xmlns:a16="http://schemas.microsoft.com/office/drawing/2014/main" val="2706441493"/>
                    </a:ext>
                  </a:extLst>
                </a:gridCol>
                <a:gridCol w="1106763">
                  <a:extLst>
                    <a:ext uri="{9D8B030D-6E8A-4147-A177-3AD203B41FA5}">
                      <a16:colId xmlns:a16="http://schemas.microsoft.com/office/drawing/2014/main" val="1630004604"/>
                    </a:ext>
                  </a:extLst>
                </a:gridCol>
                <a:gridCol w="1745966">
                  <a:extLst>
                    <a:ext uri="{9D8B030D-6E8A-4147-A177-3AD203B41FA5}">
                      <a16:colId xmlns:a16="http://schemas.microsoft.com/office/drawing/2014/main" val="18522674"/>
                    </a:ext>
                  </a:extLst>
                </a:gridCol>
                <a:gridCol w="1065235">
                  <a:extLst>
                    <a:ext uri="{9D8B030D-6E8A-4147-A177-3AD203B41FA5}">
                      <a16:colId xmlns:a16="http://schemas.microsoft.com/office/drawing/2014/main" val="716665034"/>
                    </a:ext>
                  </a:extLst>
                </a:gridCol>
              </a:tblGrid>
              <a:tr h="672003"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Matériel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de Financement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Loyer Mensuel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Opérateur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Internet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Maintenance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HT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90578361"/>
                  </a:ext>
                </a:extLst>
              </a:tr>
              <a:tr h="6052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Numeris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Voip</a:t>
                      </a:r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Nombre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Lien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Data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4G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17950"/>
                  </a:ext>
                </a:extLst>
              </a:tr>
              <a:tr h="891720"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  <a:r>
                        <a:rPr lang="fr-FR" sz="1600" b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/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22207351"/>
                  </a:ext>
                </a:extLst>
              </a:tr>
              <a:tr h="891720">
                <a:tc>
                  <a:txBody>
                    <a:bodyPr/>
                    <a:lstStyle/>
                    <a:p>
                      <a:pPr algn="ctr"/>
                      <a:endParaRPr lang="fr-FR" sz="14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4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X T0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X€ /min</a:t>
                      </a: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600" b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rgbClr val="8C9D8D">
                            <a:tint val="66000"/>
                            <a:satMod val="160000"/>
                          </a:srgbClr>
                        </a:gs>
                        <a:gs pos="50000">
                          <a:srgbClr val="8C9D8D">
                            <a:tint val="44500"/>
                            <a:satMod val="160000"/>
                          </a:srgbClr>
                        </a:gs>
                        <a:gs pos="100000">
                          <a:srgbClr val="8C9D8D">
                            <a:tint val="23500"/>
                            <a:satMod val="160000"/>
                          </a:srgbClr>
                        </a:gs>
                      </a:gsLst>
                      <a:lin ang="135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38781370"/>
                  </a:ext>
                </a:extLst>
              </a:tr>
            </a:tbl>
          </a:graphicData>
        </a:graphic>
      </p:graphicFrame>
      <p:pic>
        <p:nvPicPr>
          <p:cNvPr id="212" name="Picture 2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66493" y="8301456"/>
            <a:ext cx="474106" cy="452179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45971" y="8301456"/>
            <a:ext cx="474106" cy="452179"/>
          </a:xfrm>
          <a:prstGeom prst="rect">
            <a:avLst/>
          </a:prstGeom>
        </p:spPr>
      </p:pic>
      <p:pic>
        <p:nvPicPr>
          <p:cNvPr id="213" name="Picture 2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578357" y="8304411"/>
            <a:ext cx="474106" cy="45217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E150A93-F512-6D69-AF00-3D5C7E84E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0740" r="37627"/>
          <a:stretch>
            <a:fillRect/>
          </a:stretch>
        </p:blipFill>
        <p:spPr>
          <a:xfrm>
            <a:off x="10848664" y="1542890"/>
            <a:ext cx="7439336" cy="8795124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12345E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2384423" flipH="1">
            <a:off x="3116011" y="4978016"/>
            <a:ext cx="2974318" cy="721272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79330" y="3419798"/>
            <a:ext cx="6488757" cy="88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to Sans"/>
              </a:rPr>
              <a:t>Signature rapide à distance via </a:t>
            </a:r>
            <a:r>
              <a:rPr lang="en-US" sz="2400">
                <a:solidFill>
                  <a:srgbClr val="000000"/>
                </a:solidFill>
                <a:latin typeface="Noto Sans Bold"/>
              </a:rPr>
              <a:t>Docusign</a:t>
            </a:r>
            <a:r>
              <a:rPr lang="en-US" sz="2400">
                <a:solidFill>
                  <a:srgbClr val="000000"/>
                </a:solidFill>
                <a:latin typeface="Noto Sans"/>
              </a:rPr>
              <a:t> </a:t>
            </a:r>
          </a:p>
          <a:p>
            <a:pPr marL="518160" lvl="1" indent="-259080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Noto Sans"/>
              </a:rPr>
              <a:t>Installation et formation rapide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07139" y="5681372"/>
            <a:ext cx="4455914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49"/>
              </a:lnSpc>
            </a:pPr>
            <a:r>
              <a:rPr lang="en-US" sz="2499" err="1">
                <a:solidFill>
                  <a:srgbClr val="000000"/>
                </a:solidFill>
                <a:latin typeface="Noto Sans Bold"/>
              </a:rPr>
              <a:t>Contactez</a:t>
            </a:r>
            <a:r>
              <a:rPr lang="en-US" sz="2499">
                <a:solidFill>
                  <a:srgbClr val="000000"/>
                </a:solidFill>
                <a:latin typeface="Noto Sans Bold"/>
              </a:rPr>
              <a:t> </a:t>
            </a:r>
            <a:r>
              <a:rPr lang="en-US" sz="2499" err="1">
                <a:solidFill>
                  <a:srgbClr val="000000"/>
                </a:solidFill>
                <a:latin typeface="Noto Sans Bold"/>
              </a:rPr>
              <a:t>votre</a:t>
            </a:r>
            <a:r>
              <a:rPr lang="en-US" sz="2499">
                <a:solidFill>
                  <a:srgbClr val="000000"/>
                </a:solidFill>
                <a:latin typeface="Noto Sans Bold"/>
              </a:rPr>
              <a:t> commercial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96783" y="661919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BON POUR ACCORD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8001A934-5B88-4098-8840-7D55D205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1864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bg1">
                    <a:lumMod val="6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41</a:t>
            </a:fld>
            <a:endParaRPr lang="en-US" sz="2000">
              <a:solidFill>
                <a:schemeClr val="bg1">
                  <a:lumMod val="6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7C2F2EA-AED8-4861-F62C-17FFE0068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97473936-7EE7-745D-A3BC-FB956DB42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132" y="7977256"/>
            <a:ext cx="2095500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2354769" y="656019"/>
            <a:ext cx="10333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CHARTE ÉCOLOGIQUE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1" name="Picture 11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513E2FA-DED2-45EC-8181-66915CBD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/>
              <a:t>42</a:t>
            </a:fld>
            <a:endParaRPr lang="en-US">
              <a:solidFill>
                <a:schemeClr val="tx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AB44BA93-79D3-9ADA-6472-16EA30A474B3}"/>
              </a:ext>
            </a:extLst>
          </p:cNvPr>
          <p:cNvSpPr txBox="1">
            <a:spLocks/>
          </p:cNvSpPr>
          <p:nvPr/>
        </p:nvSpPr>
        <p:spPr>
          <a:xfrm>
            <a:off x="447361" y="1758871"/>
            <a:ext cx="2081389" cy="1426309"/>
          </a:xfrm>
          <a:prstGeom prst="rect">
            <a:avLst/>
          </a:prstGeom>
        </p:spPr>
        <p:txBody>
          <a:bodyPr vert="horz" wrap="square" lIns="0" tIns="53551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275" marR="6910">
              <a:lnSpc>
                <a:spcPts val="5318"/>
              </a:lnSpc>
              <a:spcBef>
                <a:spcPts val="422"/>
              </a:spcBef>
            </a:pPr>
            <a:r>
              <a:rPr lang="fr-FR" sz="5400" b="1" spc="-14"/>
              <a:t>Notre </a:t>
            </a:r>
            <a:r>
              <a:rPr lang="fr-FR" sz="5400" b="1" spc="-95">
                <a:solidFill>
                  <a:srgbClr val="118643"/>
                </a:solidFill>
              </a:rPr>
              <a:t>Projet</a:t>
            </a: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BBABCB52-97E8-78F4-BEDD-1B45404A7A40}"/>
              </a:ext>
            </a:extLst>
          </p:cNvPr>
          <p:cNvSpPr txBox="1"/>
          <p:nvPr/>
        </p:nvSpPr>
        <p:spPr>
          <a:xfrm>
            <a:off x="377665" y="3427734"/>
            <a:ext cx="2883988" cy="2857773"/>
          </a:xfrm>
          <a:prstGeom prst="rect">
            <a:avLst/>
          </a:prstGeom>
        </p:spPr>
        <p:txBody>
          <a:bodyPr vert="horz" wrap="square" lIns="0" tIns="17275" rIns="0" bIns="0" rtlCol="0">
            <a:spAutoFit/>
          </a:bodyPr>
          <a:lstStyle/>
          <a:p>
            <a:pPr marL="17275" marR="6910">
              <a:lnSpc>
                <a:spcPct val="107300"/>
              </a:lnSpc>
              <a:spcBef>
                <a:spcPts val="136"/>
              </a:spcBef>
            </a:pPr>
            <a:r>
              <a:rPr sz="2176" b="1" i="1" spc="95" err="1">
                <a:solidFill>
                  <a:srgbClr val="383B3E"/>
                </a:solidFill>
                <a:latin typeface="Arial"/>
                <a:cs typeface="Arial"/>
              </a:rPr>
              <a:t>Depuis</a:t>
            </a:r>
            <a:r>
              <a:rPr sz="2176" b="1" i="1" spc="-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88">
                <a:solidFill>
                  <a:srgbClr val="383B3E"/>
                </a:solidFill>
                <a:latin typeface="Arial"/>
                <a:cs typeface="Arial"/>
              </a:rPr>
              <a:t>peu</a:t>
            </a:r>
            <a:r>
              <a:rPr lang="fr-FR" sz="2176" b="1" i="1" spc="88">
                <a:solidFill>
                  <a:srgbClr val="383B3E"/>
                </a:solidFill>
                <a:latin typeface="Arial"/>
                <a:cs typeface="Arial"/>
              </a:rPr>
              <a:t>,</a:t>
            </a:r>
            <a:r>
              <a:rPr lang="fr-FR" sz="2176" b="1" i="1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lang="fr-FR" sz="2176" b="1" i="1" spc="150">
                <a:solidFill>
                  <a:srgbClr val="383B3E"/>
                </a:solidFill>
                <a:latin typeface="Arial"/>
                <a:cs typeface="Arial"/>
              </a:rPr>
              <a:t>LEVAD</a:t>
            </a:r>
            <a:r>
              <a:rPr lang="fr-FR" sz="2176" b="1" i="1" spc="-3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lang="fr-FR" sz="2176" b="1" i="1" spc="272">
                <a:solidFill>
                  <a:srgbClr val="383B3E"/>
                </a:solidFill>
                <a:latin typeface="Arial"/>
                <a:cs typeface="Arial"/>
              </a:rPr>
              <a:t>a</a:t>
            </a:r>
            <a:r>
              <a:rPr sz="2176" b="1" i="1" spc="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16">
                <a:solidFill>
                  <a:srgbClr val="383B3E"/>
                </a:solidFill>
                <a:latin typeface="Arial"/>
                <a:cs typeface="Arial"/>
              </a:rPr>
              <a:t>lancé</a:t>
            </a:r>
            <a:r>
              <a:rPr sz="2176" b="1" i="1" spc="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-34">
                <a:solidFill>
                  <a:srgbClr val="383B3E"/>
                </a:solidFill>
                <a:latin typeface="Arial"/>
                <a:cs typeface="Arial"/>
              </a:rPr>
              <a:t>son </a:t>
            </a:r>
            <a:r>
              <a:rPr sz="2176" b="1" i="1" spc="102">
                <a:solidFill>
                  <a:srgbClr val="383B3E"/>
                </a:solidFill>
                <a:latin typeface="Arial"/>
                <a:cs typeface="Arial"/>
              </a:rPr>
              <a:t>projet</a:t>
            </a:r>
            <a:r>
              <a:rPr sz="2176" b="1" i="1" spc="-3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>
                <a:solidFill>
                  <a:srgbClr val="383B3E"/>
                </a:solidFill>
                <a:latin typeface="Arial"/>
                <a:cs typeface="Arial"/>
              </a:rPr>
              <a:t>RSE</a:t>
            </a:r>
            <a:r>
              <a:rPr sz="2176" b="1" i="1" spc="-2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22">
                <a:solidFill>
                  <a:srgbClr val="383B3E"/>
                </a:solidFill>
                <a:latin typeface="Arial"/>
                <a:cs typeface="Arial"/>
              </a:rPr>
              <a:t>dans</a:t>
            </a:r>
            <a:r>
              <a:rPr sz="2176" b="1" i="1" spc="-2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34">
                <a:solidFill>
                  <a:srgbClr val="383B3E"/>
                </a:solidFill>
                <a:latin typeface="Arial"/>
                <a:cs typeface="Arial"/>
              </a:rPr>
              <a:t>le </a:t>
            </a:r>
            <a:r>
              <a:rPr sz="2176" b="1" i="1" spc="163">
                <a:solidFill>
                  <a:srgbClr val="383B3E"/>
                </a:solidFill>
                <a:latin typeface="Arial"/>
                <a:cs typeface="Arial"/>
              </a:rPr>
              <a:t>but</a:t>
            </a:r>
            <a:r>
              <a:rPr sz="2176" b="1" i="1" spc="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36">
                <a:solidFill>
                  <a:srgbClr val="383B3E"/>
                </a:solidFill>
                <a:latin typeface="Arial"/>
                <a:cs typeface="Arial"/>
              </a:rPr>
              <a:t>de</a:t>
            </a:r>
            <a:r>
              <a:rPr sz="2176" b="1" i="1" spc="1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02">
                <a:solidFill>
                  <a:srgbClr val="118643"/>
                </a:solidFill>
                <a:latin typeface="Arial"/>
                <a:cs typeface="Arial"/>
              </a:rPr>
              <a:t>pronner</a:t>
            </a:r>
            <a:r>
              <a:rPr sz="2176" b="1" i="1" spc="7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109">
                <a:solidFill>
                  <a:srgbClr val="118643"/>
                </a:solidFill>
                <a:latin typeface="Arial"/>
                <a:cs typeface="Arial"/>
              </a:rPr>
              <a:t>la </a:t>
            </a:r>
            <a:r>
              <a:rPr sz="2176" b="1" i="1" spc="102">
                <a:solidFill>
                  <a:srgbClr val="118643"/>
                </a:solidFill>
                <a:latin typeface="Arial"/>
                <a:cs typeface="Arial"/>
              </a:rPr>
              <a:t>protection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136">
                <a:solidFill>
                  <a:srgbClr val="118643"/>
                </a:solidFill>
                <a:latin typeface="Arial"/>
                <a:cs typeface="Arial"/>
              </a:rPr>
              <a:t>de</a:t>
            </a:r>
            <a:r>
              <a:rPr sz="2176" b="1" i="1" spc="7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-14">
                <a:solidFill>
                  <a:srgbClr val="118643"/>
                </a:solidFill>
                <a:latin typeface="Arial"/>
                <a:cs typeface="Arial"/>
              </a:rPr>
              <a:t>l’envi- </a:t>
            </a:r>
            <a:r>
              <a:rPr sz="2176" b="1" i="1" spc="150">
                <a:solidFill>
                  <a:srgbClr val="118643"/>
                </a:solidFill>
                <a:latin typeface="Arial"/>
                <a:cs typeface="Arial"/>
              </a:rPr>
              <a:t>ronnement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163">
                <a:solidFill>
                  <a:srgbClr val="118643"/>
                </a:solidFill>
                <a:latin typeface="Arial"/>
                <a:cs typeface="Arial"/>
              </a:rPr>
              <a:t>et</a:t>
            </a:r>
            <a:r>
              <a:rPr sz="2176" b="1" i="1" spc="7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34">
                <a:solidFill>
                  <a:srgbClr val="118643"/>
                </a:solidFill>
                <a:latin typeface="Arial"/>
                <a:cs typeface="Arial"/>
              </a:rPr>
              <a:t>le </a:t>
            </a:r>
            <a:r>
              <a:rPr sz="2176" b="1" i="1" spc="109">
                <a:solidFill>
                  <a:srgbClr val="118643"/>
                </a:solidFill>
                <a:latin typeface="Arial"/>
                <a:cs typeface="Arial"/>
              </a:rPr>
              <a:t>bien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122">
                <a:solidFill>
                  <a:srgbClr val="118643"/>
                </a:solidFill>
                <a:latin typeface="Arial"/>
                <a:cs typeface="Arial"/>
              </a:rPr>
              <a:t>être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136">
                <a:solidFill>
                  <a:srgbClr val="118643"/>
                </a:solidFill>
                <a:latin typeface="Arial"/>
                <a:cs typeface="Arial"/>
              </a:rPr>
              <a:t>en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109">
                <a:solidFill>
                  <a:srgbClr val="118643"/>
                </a:solidFill>
                <a:latin typeface="Arial"/>
                <a:cs typeface="Arial"/>
              </a:rPr>
              <a:t>entre- </a:t>
            </a:r>
            <a:r>
              <a:rPr sz="2176" b="1" i="1" spc="-14">
                <a:solidFill>
                  <a:srgbClr val="118643"/>
                </a:solidFill>
                <a:latin typeface="Arial"/>
                <a:cs typeface="Arial"/>
              </a:rPr>
              <a:t>prise.</a:t>
            </a:r>
            <a:endParaRPr sz="2176">
              <a:latin typeface="Arial"/>
              <a:cs typeface="Arial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397D8BD4-1BD8-6F96-AEA7-61E617AE5D11}"/>
              </a:ext>
            </a:extLst>
          </p:cNvPr>
          <p:cNvSpPr txBox="1"/>
          <p:nvPr/>
        </p:nvSpPr>
        <p:spPr>
          <a:xfrm>
            <a:off x="9834645" y="2014639"/>
            <a:ext cx="6447729" cy="1066257"/>
          </a:xfrm>
          <a:prstGeom prst="rect">
            <a:avLst/>
          </a:prstGeom>
        </p:spPr>
        <p:txBody>
          <a:bodyPr vert="horz" wrap="square" lIns="0" tIns="17275" rIns="0" bIns="0" rtlCol="0">
            <a:spAutoFit/>
          </a:bodyPr>
          <a:lstStyle/>
          <a:p>
            <a:pPr marL="17275" marR="6910" algn="just">
              <a:lnSpc>
                <a:spcPct val="107300"/>
              </a:lnSpc>
              <a:spcBef>
                <a:spcPts val="136"/>
              </a:spcBef>
            </a:pPr>
            <a:r>
              <a:rPr sz="2176" b="1" i="1" spc="177">
                <a:solidFill>
                  <a:srgbClr val="118643"/>
                </a:solidFill>
                <a:latin typeface="Arial"/>
                <a:cs typeface="Arial"/>
              </a:rPr>
              <a:t>Engageant</a:t>
            </a:r>
            <a:r>
              <a:rPr sz="2176" b="1" i="1" spc="184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des</a:t>
            </a:r>
            <a:r>
              <a:rPr sz="2176" b="1" i="1" spc="190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95">
                <a:solidFill>
                  <a:srgbClr val="118643"/>
                </a:solidFill>
                <a:latin typeface="Arial"/>
                <a:cs typeface="Arial"/>
              </a:rPr>
              <a:t>actions</a:t>
            </a:r>
            <a:r>
              <a:rPr sz="2176" b="1" i="1" spc="190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 spc="82">
                <a:solidFill>
                  <a:srgbClr val="118643"/>
                </a:solidFill>
                <a:latin typeface="Arial"/>
                <a:cs typeface="Arial"/>
              </a:rPr>
              <a:t>depuis</a:t>
            </a:r>
            <a:r>
              <a:rPr sz="2176" b="1" i="1" spc="190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sz="2176" b="1" i="1">
                <a:solidFill>
                  <a:srgbClr val="118643"/>
                </a:solidFill>
                <a:latin typeface="Arial"/>
                <a:cs typeface="Arial"/>
              </a:rPr>
              <a:t>2018,</a:t>
            </a:r>
            <a:r>
              <a:rPr sz="2176" b="1" i="1" spc="184">
                <a:solidFill>
                  <a:srgbClr val="118643"/>
                </a:solidFill>
                <a:latin typeface="Arial"/>
                <a:cs typeface="Arial"/>
              </a:rPr>
              <a:t> </a:t>
            </a:r>
            <a:r>
              <a:rPr lang="fr-FR" sz="2176" b="1" i="1" spc="184" err="1">
                <a:latin typeface="Arial"/>
                <a:cs typeface="Arial"/>
              </a:rPr>
              <a:t>Levad</a:t>
            </a:r>
            <a:r>
              <a:rPr sz="2176" b="1" i="1" spc="36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09">
                <a:solidFill>
                  <a:srgbClr val="383B3E"/>
                </a:solidFill>
                <a:latin typeface="Arial"/>
                <a:cs typeface="Arial"/>
              </a:rPr>
              <a:t>regroupe</a:t>
            </a:r>
            <a:r>
              <a:rPr sz="2176" b="1" i="1" spc="37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50">
                <a:solidFill>
                  <a:srgbClr val="383B3E"/>
                </a:solidFill>
                <a:latin typeface="Arial"/>
                <a:cs typeface="Arial"/>
              </a:rPr>
              <a:t>déjà</a:t>
            </a:r>
            <a:r>
              <a:rPr sz="2176" b="1" i="1" spc="37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43">
                <a:solidFill>
                  <a:srgbClr val="383B3E"/>
                </a:solidFill>
                <a:latin typeface="Arial"/>
                <a:cs typeface="Arial"/>
              </a:rPr>
              <a:t>un</a:t>
            </a:r>
            <a:r>
              <a:rPr sz="2176" b="1" i="1" spc="37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29">
                <a:solidFill>
                  <a:srgbClr val="383B3E"/>
                </a:solidFill>
                <a:latin typeface="Arial"/>
                <a:cs typeface="Arial"/>
              </a:rPr>
              <a:t>large</a:t>
            </a:r>
            <a:r>
              <a:rPr sz="2176" b="1" i="1" spc="37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43">
                <a:solidFill>
                  <a:srgbClr val="383B3E"/>
                </a:solidFill>
                <a:latin typeface="Arial"/>
                <a:cs typeface="Arial"/>
              </a:rPr>
              <a:t>pannel</a:t>
            </a:r>
            <a:r>
              <a:rPr sz="2176" b="1" i="1" spc="37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68">
                <a:solidFill>
                  <a:srgbClr val="383B3E"/>
                </a:solidFill>
                <a:latin typeface="Arial"/>
                <a:cs typeface="Arial"/>
              </a:rPr>
              <a:t>d’ac- tions</a:t>
            </a:r>
            <a:r>
              <a:rPr sz="2176" b="1" i="1" spc="5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09">
                <a:solidFill>
                  <a:srgbClr val="383B3E"/>
                </a:solidFill>
                <a:latin typeface="Arial"/>
                <a:cs typeface="Arial"/>
              </a:rPr>
              <a:t>qui</a:t>
            </a:r>
            <a:r>
              <a:rPr sz="2176" b="1" i="1" spc="5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29">
                <a:solidFill>
                  <a:srgbClr val="383B3E"/>
                </a:solidFill>
                <a:latin typeface="Arial"/>
                <a:cs typeface="Arial"/>
              </a:rPr>
              <a:t>ont</a:t>
            </a:r>
            <a:r>
              <a:rPr sz="2176" b="1" i="1" spc="5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36">
                <a:solidFill>
                  <a:srgbClr val="383B3E"/>
                </a:solidFill>
                <a:latin typeface="Arial"/>
                <a:cs typeface="Arial"/>
              </a:rPr>
              <a:t>été</a:t>
            </a:r>
            <a:r>
              <a:rPr sz="2176" b="1" i="1" spc="5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>
                <a:solidFill>
                  <a:srgbClr val="383B3E"/>
                </a:solidFill>
                <a:latin typeface="Arial"/>
                <a:cs typeface="Arial"/>
              </a:rPr>
              <a:t>mises</a:t>
            </a:r>
            <a:r>
              <a:rPr sz="2176" b="1" i="1" spc="5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136">
                <a:solidFill>
                  <a:srgbClr val="383B3E"/>
                </a:solidFill>
                <a:latin typeface="Arial"/>
                <a:cs typeface="Arial"/>
              </a:rPr>
              <a:t>en</a:t>
            </a:r>
            <a:r>
              <a:rPr sz="2176" b="1" i="1" spc="54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176" b="1" i="1" spc="75">
                <a:solidFill>
                  <a:srgbClr val="383B3E"/>
                </a:solidFill>
                <a:latin typeface="Arial"/>
                <a:cs typeface="Arial"/>
              </a:rPr>
              <a:t>place.</a:t>
            </a:r>
            <a:endParaRPr sz="2176">
              <a:latin typeface="Arial"/>
              <a:cs typeface="Arial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EEE47976-0BAD-9D91-73FD-75DB4EB7C89A}"/>
              </a:ext>
            </a:extLst>
          </p:cNvPr>
          <p:cNvSpPr txBox="1"/>
          <p:nvPr/>
        </p:nvSpPr>
        <p:spPr>
          <a:xfrm>
            <a:off x="4721032" y="7168450"/>
            <a:ext cx="4006716" cy="386776"/>
          </a:xfrm>
          <a:prstGeom prst="rect">
            <a:avLst/>
          </a:prstGeom>
        </p:spPr>
        <p:txBody>
          <a:bodyPr vert="horz" wrap="square" lIns="0" tIns="17275" rIns="0" bIns="0" rtlCol="0">
            <a:spAutoFit/>
          </a:bodyPr>
          <a:lstStyle/>
          <a:p>
            <a:pPr marL="17275">
              <a:spcBef>
                <a:spcPts val="136"/>
              </a:spcBef>
            </a:pPr>
            <a:r>
              <a:rPr sz="2400" b="1" i="1">
                <a:solidFill>
                  <a:srgbClr val="383B3E"/>
                </a:solidFill>
                <a:latin typeface="Arial"/>
                <a:cs typeface="Arial"/>
              </a:rPr>
              <a:t>Le</a:t>
            </a:r>
            <a:r>
              <a:rPr sz="2400" b="1" i="1" spc="2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400" b="1" i="1" spc="95">
                <a:solidFill>
                  <a:srgbClr val="383B3E"/>
                </a:solidFill>
                <a:latin typeface="Arial"/>
                <a:cs typeface="Arial"/>
              </a:rPr>
              <a:t>bien-être</a:t>
            </a:r>
            <a:r>
              <a:rPr sz="2400" b="1" i="1" spc="2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400" b="1" i="1" spc="109">
                <a:solidFill>
                  <a:srgbClr val="383B3E"/>
                </a:solidFill>
                <a:latin typeface="Arial"/>
                <a:cs typeface="Arial"/>
              </a:rPr>
              <a:t>en</a:t>
            </a:r>
            <a:r>
              <a:rPr sz="2400" b="1" i="1" spc="27">
                <a:solidFill>
                  <a:srgbClr val="383B3E"/>
                </a:solidFill>
                <a:latin typeface="Arial"/>
                <a:cs typeface="Arial"/>
              </a:rPr>
              <a:t> </a:t>
            </a:r>
            <a:r>
              <a:rPr sz="2400" b="1" i="1" spc="54">
                <a:solidFill>
                  <a:srgbClr val="383B3E"/>
                </a:solidFill>
                <a:latin typeface="Arial"/>
                <a:cs typeface="Arial"/>
              </a:rPr>
              <a:t>entreprise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E4FC48DC-F165-3D3D-ABFF-150697818197}"/>
              </a:ext>
            </a:extLst>
          </p:cNvPr>
          <p:cNvSpPr txBox="1"/>
          <p:nvPr/>
        </p:nvSpPr>
        <p:spPr>
          <a:xfrm>
            <a:off x="4721032" y="7759964"/>
            <a:ext cx="3701668" cy="2279794"/>
          </a:xfrm>
          <a:prstGeom prst="rect">
            <a:avLst/>
          </a:prstGeom>
        </p:spPr>
        <p:txBody>
          <a:bodyPr vert="horz" wrap="square" lIns="0" tIns="17275" rIns="0" bIns="0" rtlCol="0">
            <a:spAutoFit/>
          </a:bodyPr>
          <a:lstStyle/>
          <a:p>
            <a:pPr marL="17275" marR="6910" algn="just">
              <a:lnSpc>
                <a:spcPct val="153300"/>
              </a:lnSpc>
              <a:spcBef>
                <a:spcPts val="136"/>
              </a:spcBef>
            </a:pPr>
            <a:r>
              <a:rPr lang="fr-FR" sz="1400" spc="-14" err="1">
                <a:solidFill>
                  <a:srgbClr val="383B3E"/>
                </a:solidFill>
                <a:latin typeface="Verdana"/>
                <a:cs typeface="Verdana"/>
              </a:rPr>
              <a:t>levad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place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 ses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collaborateurs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au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 coeur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de</a:t>
            </a:r>
            <a:r>
              <a:rPr sz="1400" spc="27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ses</a:t>
            </a:r>
            <a:r>
              <a:rPr sz="1400" spc="27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préoccupations.</a:t>
            </a:r>
            <a:r>
              <a:rPr sz="1400" spc="27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C’est</a:t>
            </a:r>
            <a:r>
              <a:rPr sz="1400" spc="27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pour</a:t>
            </a:r>
            <a:r>
              <a:rPr sz="1400" spc="27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27">
                <a:solidFill>
                  <a:srgbClr val="383B3E"/>
                </a:solidFill>
                <a:latin typeface="Verdana"/>
                <a:cs typeface="Verdana"/>
              </a:rPr>
              <a:t>cela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que</a:t>
            </a:r>
            <a:r>
              <a:rPr sz="1400" spc="190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tout</a:t>
            </a:r>
            <a:r>
              <a:rPr sz="1400" spc="190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est</a:t>
            </a:r>
            <a:r>
              <a:rPr sz="1400" spc="19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mis</a:t>
            </a:r>
            <a:r>
              <a:rPr sz="1400" spc="190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en</a:t>
            </a:r>
            <a:r>
              <a:rPr sz="1400" spc="19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place</a:t>
            </a:r>
            <a:r>
              <a:rPr sz="1400" spc="190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pour</a:t>
            </a:r>
            <a:r>
              <a:rPr sz="1400" spc="197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assurer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leur</a:t>
            </a:r>
            <a:r>
              <a:rPr sz="1400" spc="306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bien-être.</a:t>
            </a:r>
            <a:r>
              <a:rPr sz="1400" spc="311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De</a:t>
            </a:r>
            <a:r>
              <a:rPr sz="1400" spc="311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l’installation</a:t>
            </a:r>
            <a:r>
              <a:rPr sz="1400" spc="311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 spc="-34">
                <a:solidFill>
                  <a:srgbClr val="383B3E"/>
                </a:solidFill>
                <a:latin typeface="Verdana"/>
                <a:cs typeface="Verdana"/>
              </a:rPr>
              <a:t>du 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télé-</a:t>
            </a:r>
            <a:r>
              <a:rPr sz="1400" spc="-48">
                <a:solidFill>
                  <a:srgbClr val="383B3E"/>
                </a:solidFill>
                <a:latin typeface="Verdana"/>
                <a:cs typeface="Verdana"/>
              </a:rPr>
              <a:t>travail,</a:t>
            </a:r>
            <a:r>
              <a:rPr sz="1400" spc="-5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à</a:t>
            </a:r>
            <a:r>
              <a:rPr sz="1400" spc="-4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l’amélioration</a:t>
            </a:r>
            <a:r>
              <a:rPr sz="1400" spc="-4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de</a:t>
            </a:r>
            <a:r>
              <a:rPr sz="1400" spc="-4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leur</a:t>
            </a:r>
            <a:r>
              <a:rPr sz="1400" spc="-4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poste,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tout</a:t>
            </a:r>
            <a:r>
              <a:rPr sz="1400" spc="10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est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réalisé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pour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que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les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salariés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34">
                <a:solidFill>
                  <a:srgbClr val="383B3E"/>
                </a:solidFill>
                <a:latin typeface="Verdana"/>
                <a:cs typeface="Verdana"/>
              </a:rPr>
              <a:t>ne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manquent</a:t>
            </a:r>
            <a:r>
              <a:rPr sz="1400" spc="6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de</a:t>
            </a:r>
            <a:r>
              <a:rPr sz="1400" spc="75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rien.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8E01D84E-8B46-7A2C-61EA-459CDEA55112}"/>
              </a:ext>
            </a:extLst>
          </p:cNvPr>
          <p:cNvSpPr txBox="1"/>
          <p:nvPr/>
        </p:nvSpPr>
        <p:spPr>
          <a:xfrm>
            <a:off x="9596868" y="7683768"/>
            <a:ext cx="2969889" cy="386776"/>
          </a:xfrm>
          <a:prstGeom prst="rect">
            <a:avLst/>
          </a:prstGeom>
        </p:spPr>
        <p:txBody>
          <a:bodyPr vert="horz" wrap="square" lIns="0" tIns="17275" rIns="0" bIns="0" rtlCol="0">
            <a:spAutoFit/>
          </a:bodyPr>
          <a:lstStyle/>
          <a:p>
            <a:pPr marL="17275">
              <a:spcBef>
                <a:spcPts val="136"/>
              </a:spcBef>
            </a:pPr>
            <a:r>
              <a:rPr sz="2400" b="1" i="1" spc="61">
                <a:solidFill>
                  <a:srgbClr val="383B3E"/>
                </a:solidFill>
                <a:latin typeface="Arial"/>
                <a:cs typeface="Arial"/>
              </a:rPr>
              <a:t>L’environnement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4ECFDD79-89C7-CDA6-B409-5F26DFB49479}"/>
              </a:ext>
            </a:extLst>
          </p:cNvPr>
          <p:cNvSpPr txBox="1"/>
          <p:nvPr/>
        </p:nvSpPr>
        <p:spPr>
          <a:xfrm>
            <a:off x="9571523" y="8131868"/>
            <a:ext cx="3701668" cy="1950152"/>
          </a:xfrm>
          <a:prstGeom prst="rect">
            <a:avLst/>
          </a:prstGeom>
        </p:spPr>
        <p:txBody>
          <a:bodyPr vert="horz" wrap="square" lIns="0" tIns="17275" rIns="0" bIns="0" rtlCol="0">
            <a:spAutoFit/>
          </a:bodyPr>
          <a:lstStyle/>
          <a:p>
            <a:pPr marL="17275" marR="6910" algn="just">
              <a:lnSpc>
                <a:spcPct val="153300"/>
              </a:lnSpc>
              <a:spcBef>
                <a:spcPts val="136"/>
              </a:spcBef>
            </a:pP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Conscient</a:t>
            </a:r>
            <a:r>
              <a:rPr sz="1400" spc="10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de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la</a:t>
            </a:r>
            <a:r>
              <a:rPr sz="1400" spc="10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crise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écologique,</a:t>
            </a:r>
            <a:r>
              <a:rPr sz="1400" spc="109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lang="fr-FR" sz="1400" spc="-34" err="1">
                <a:solidFill>
                  <a:srgbClr val="383B3E"/>
                </a:solidFill>
                <a:latin typeface="Verdana"/>
                <a:cs typeface="Verdana"/>
              </a:rPr>
              <a:t>Levad</a:t>
            </a:r>
            <a:r>
              <a:rPr sz="1400" spc="27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s’engage</a:t>
            </a:r>
            <a:r>
              <a:rPr sz="1400" spc="27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pour</a:t>
            </a:r>
            <a:r>
              <a:rPr sz="1400" spc="27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la</a:t>
            </a:r>
            <a:r>
              <a:rPr sz="1400" spc="27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protection</a:t>
            </a:r>
            <a:r>
              <a:rPr sz="1400" spc="272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34">
                <a:solidFill>
                  <a:srgbClr val="383B3E"/>
                </a:solidFill>
                <a:latin typeface="Verdana"/>
                <a:cs typeface="Verdana"/>
              </a:rPr>
              <a:t>de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l’environnement.</a:t>
            </a:r>
            <a:r>
              <a:rPr sz="1400" spc="326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Pour</a:t>
            </a:r>
            <a:r>
              <a:rPr sz="1400" spc="333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cela,</a:t>
            </a:r>
            <a:r>
              <a:rPr sz="1400" spc="333">
                <a:solidFill>
                  <a:srgbClr val="383B3E"/>
                </a:solidFill>
                <a:latin typeface="Verdana"/>
                <a:cs typeface="Verdana"/>
              </a:rPr>
              <a:t>  </a:t>
            </a:r>
            <a:r>
              <a:rPr sz="1400" spc="-34">
                <a:solidFill>
                  <a:srgbClr val="383B3E"/>
                </a:solidFill>
                <a:latin typeface="Verdana"/>
                <a:cs typeface="Verdana"/>
              </a:rPr>
              <a:t>des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objectifs</a:t>
            </a:r>
            <a:r>
              <a:rPr sz="1400" spc="52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sont</a:t>
            </a:r>
            <a:r>
              <a:rPr sz="1400" spc="52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fixés</a:t>
            </a:r>
            <a:r>
              <a:rPr sz="1400" spc="52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chaque</a:t>
            </a:r>
            <a:r>
              <a:rPr sz="1400" spc="524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année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dans</a:t>
            </a:r>
            <a:r>
              <a:rPr sz="1400" spc="41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le</a:t>
            </a:r>
            <a:r>
              <a:rPr sz="1400" spc="41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but</a:t>
            </a:r>
            <a:r>
              <a:rPr sz="1400" spc="4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de</a:t>
            </a:r>
            <a:r>
              <a:rPr sz="1400" spc="41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réduire</a:t>
            </a:r>
            <a:r>
              <a:rPr sz="1400" spc="48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383B3E"/>
                </a:solidFill>
                <a:latin typeface="Verdana"/>
                <a:cs typeface="Verdana"/>
              </a:rPr>
              <a:t>son</a:t>
            </a:r>
            <a:r>
              <a:rPr sz="1400" spc="41">
                <a:solidFill>
                  <a:srgbClr val="383B3E"/>
                </a:solidFill>
                <a:latin typeface="Verdana"/>
                <a:cs typeface="Verdana"/>
              </a:rPr>
              <a:t> </a:t>
            </a:r>
            <a:r>
              <a:rPr sz="1400" spc="-14">
                <a:solidFill>
                  <a:srgbClr val="383B3E"/>
                </a:solidFill>
                <a:latin typeface="Verdana"/>
                <a:cs typeface="Verdana"/>
              </a:rPr>
              <a:t>impreinte carbonne.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5C4739EB-D2C8-4D37-C54D-95729F797741}"/>
              </a:ext>
            </a:extLst>
          </p:cNvPr>
          <p:cNvSpPr/>
          <p:nvPr/>
        </p:nvSpPr>
        <p:spPr>
          <a:xfrm>
            <a:off x="13632559" y="6673397"/>
            <a:ext cx="3643976" cy="3515520"/>
          </a:xfrm>
          <a:custGeom>
            <a:avLst/>
            <a:gdLst/>
            <a:ahLst/>
            <a:cxnLst/>
            <a:rect l="l" t="t" r="r" b="b"/>
            <a:pathLst>
              <a:path w="2364740" h="2632709">
                <a:moveTo>
                  <a:pt x="1806867" y="0"/>
                </a:moveTo>
                <a:lnTo>
                  <a:pt x="98513" y="0"/>
                </a:lnTo>
                <a:lnTo>
                  <a:pt x="60168" y="7741"/>
                </a:lnTo>
                <a:lnTo>
                  <a:pt x="28854" y="28854"/>
                </a:lnTo>
                <a:lnTo>
                  <a:pt x="7741" y="60168"/>
                </a:lnTo>
                <a:lnTo>
                  <a:pt x="0" y="98513"/>
                </a:lnTo>
                <a:lnTo>
                  <a:pt x="0" y="2533827"/>
                </a:lnTo>
                <a:lnTo>
                  <a:pt x="7741" y="2572173"/>
                </a:lnTo>
                <a:lnTo>
                  <a:pt x="28854" y="2603487"/>
                </a:lnTo>
                <a:lnTo>
                  <a:pt x="60168" y="2624599"/>
                </a:lnTo>
                <a:lnTo>
                  <a:pt x="98513" y="2632341"/>
                </a:lnTo>
                <a:lnTo>
                  <a:pt x="2265984" y="2632341"/>
                </a:lnTo>
                <a:lnTo>
                  <a:pt x="2304337" y="2624599"/>
                </a:lnTo>
                <a:lnTo>
                  <a:pt x="2335655" y="2603487"/>
                </a:lnTo>
                <a:lnTo>
                  <a:pt x="2356769" y="2572173"/>
                </a:lnTo>
                <a:lnTo>
                  <a:pt x="2364511" y="2533827"/>
                </a:lnTo>
                <a:lnTo>
                  <a:pt x="2364511" y="484314"/>
                </a:lnTo>
                <a:lnTo>
                  <a:pt x="2355294" y="442706"/>
                </a:lnTo>
                <a:lnTo>
                  <a:pt x="2329370" y="408889"/>
                </a:lnTo>
                <a:lnTo>
                  <a:pt x="1870240" y="23088"/>
                </a:lnTo>
                <a:lnTo>
                  <a:pt x="1824057" y="1510"/>
                </a:lnTo>
                <a:lnTo>
                  <a:pt x="1806867" y="0"/>
                </a:lnTo>
                <a:close/>
              </a:path>
            </a:pathLst>
          </a:custGeom>
          <a:solidFill>
            <a:srgbClr val="118643"/>
          </a:solidFill>
        </p:spPr>
        <p:txBody>
          <a:bodyPr wrap="square" lIns="0" tIns="0" rIns="0" bIns="0" rtlCol="0"/>
          <a:lstStyle/>
          <a:p>
            <a:endParaRPr sz="2448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43B8A61B-D9F7-8161-7A6F-D80F0EA638BD}"/>
              </a:ext>
            </a:extLst>
          </p:cNvPr>
          <p:cNvSpPr txBox="1"/>
          <p:nvPr/>
        </p:nvSpPr>
        <p:spPr>
          <a:xfrm>
            <a:off x="13692149" y="7908547"/>
            <a:ext cx="3584386" cy="2141320"/>
          </a:xfrm>
          <a:prstGeom prst="rect">
            <a:avLst/>
          </a:prstGeom>
        </p:spPr>
        <p:txBody>
          <a:bodyPr vert="horz" wrap="square" lIns="0" tIns="16411" rIns="0" bIns="0" rtlCol="0">
            <a:spAutoFit/>
          </a:bodyPr>
          <a:lstStyle/>
          <a:p>
            <a:pPr marL="221978" marR="211613" algn="ctr">
              <a:lnSpc>
                <a:spcPct val="122700"/>
              </a:lnSpc>
              <a:spcBef>
                <a:spcPts val="129"/>
              </a:spcBef>
            </a:pPr>
            <a:r>
              <a:rPr sz="1904" b="1" i="1">
                <a:solidFill>
                  <a:srgbClr val="FFFFFF"/>
                </a:solidFill>
                <a:latin typeface="Arial"/>
                <a:cs typeface="Arial"/>
              </a:rPr>
              <a:t>Vous</a:t>
            </a:r>
            <a:r>
              <a:rPr sz="1904" b="1" i="1" spc="18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88">
                <a:solidFill>
                  <a:srgbClr val="FFFFFF"/>
                </a:solidFill>
                <a:latin typeface="Arial"/>
                <a:cs typeface="Arial"/>
              </a:rPr>
              <a:t>souhaitez </a:t>
            </a:r>
            <a:r>
              <a:rPr sz="1904" b="1" i="1" spc="143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904" b="1" i="1" spc="1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>
                <a:solidFill>
                  <a:srgbClr val="FFFFFF"/>
                </a:solidFill>
                <a:latin typeface="Arial"/>
                <a:cs typeface="Arial"/>
              </a:rPr>
              <a:t>savoir</a:t>
            </a:r>
            <a:r>
              <a:rPr sz="1904" b="1" i="1" spc="1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68">
                <a:solidFill>
                  <a:srgbClr val="FFFFFF"/>
                </a:solidFill>
                <a:latin typeface="Arial"/>
                <a:cs typeface="Arial"/>
              </a:rPr>
              <a:t>plus</a:t>
            </a:r>
            <a:r>
              <a:rPr sz="1904" b="1" i="1" spc="136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-34">
                <a:solidFill>
                  <a:srgbClr val="FFFFFF"/>
                </a:solidFill>
                <a:latin typeface="Arial"/>
                <a:cs typeface="Arial"/>
              </a:rPr>
              <a:t>sur</a:t>
            </a:r>
            <a:endParaRPr sz="1904">
              <a:latin typeface="Arial"/>
              <a:cs typeface="Arial"/>
            </a:endParaRPr>
          </a:p>
          <a:p>
            <a:pPr algn="ctr">
              <a:spcBef>
                <a:spcPts val="517"/>
              </a:spcBef>
            </a:pPr>
            <a:r>
              <a:rPr sz="1904" b="1" i="1" spc="116">
                <a:solidFill>
                  <a:srgbClr val="FFFFFF"/>
                </a:solidFill>
                <a:latin typeface="Arial"/>
                <a:cs typeface="Arial"/>
              </a:rPr>
              <a:t>notre</a:t>
            </a:r>
            <a:r>
              <a:rPr sz="1904" b="1" i="1" spc="2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177">
                <a:solidFill>
                  <a:srgbClr val="FFFFFF"/>
                </a:solidFill>
                <a:latin typeface="Arial"/>
                <a:cs typeface="Arial"/>
              </a:rPr>
              <a:t>engagement</a:t>
            </a:r>
            <a:r>
              <a:rPr sz="1904" b="1" i="1" spc="3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-68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904">
              <a:latin typeface="Arial"/>
              <a:cs typeface="Arial"/>
            </a:endParaRPr>
          </a:p>
          <a:p>
            <a:pPr marL="58733" marR="48369" algn="ctr">
              <a:lnSpc>
                <a:spcPct val="122700"/>
              </a:lnSpc>
            </a:pPr>
            <a:r>
              <a:rPr sz="1904" b="1" i="1" spc="184">
                <a:solidFill>
                  <a:srgbClr val="FFFFFF"/>
                </a:solidFill>
                <a:latin typeface="Arial"/>
                <a:cs typeface="Arial"/>
              </a:rPr>
              <a:t>Demandez</a:t>
            </a:r>
            <a:r>
              <a:rPr sz="1904" b="1" i="1" spc="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88">
                <a:solidFill>
                  <a:srgbClr val="FFFFFF"/>
                </a:solidFill>
                <a:latin typeface="Arial"/>
                <a:cs typeface="Arial"/>
              </a:rPr>
              <a:t>notre </a:t>
            </a:r>
            <a:r>
              <a:rPr sz="1904" b="1" i="1" spc="75">
                <a:solidFill>
                  <a:srgbClr val="FFFFFF"/>
                </a:solidFill>
                <a:latin typeface="Arial"/>
                <a:cs typeface="Arial"/>
              </a:rPr>
              <a:t>livret</a:t>
            </a:r>
            <a:r>
              <a:rPr sz="1904" b="1" i="1" spc="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>
                <a:solidFill>
                  <a:srgbClr val="FFFFFF"/>
                </a:solidFill>
                <a:latin typeface="Arial"/>
                <a:cs typeface="Arial"/>
              </a:rPr>
              <a:t>RSE</a:t>
            </a:r>
            <a:r>
              <a:rPr sz="1904" b="1" i="1" spc="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109">
                <a:solidFill>
                  <a:srgbClr val="FFFFFF"/>
                </a:solidFill>
                <a:latin typeface="Arial"/>
                <a:cs typeface="Arial"/>
              </a:rPr>
              <a:t>auprès</a:t>
            </a:r>
            <a:r>
              <a:rPr sz="1904" b="1" i="1" spc="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109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904" b="1" i="1" spc="88">
                <a:solidFill>
                  <a:srgbClr val="FFFFFF"/>
                </a:solidFill>
                <a:latin typeface="Arial"/>
                <a:cs typeface="Arial"/>
              </a:rPr>
              <a:t>votre</a:t>
            </a:r>
            <a:r>
              <a:rPr sz="1904" b="1" i="1" spc="27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129">
                <a:solidFill>
                  <a:srgbClr val="FFFFFF"/>
                </a:solidFill>
                <a:latin typeface="Arial"/>
                <a:cs typeface="Arial"/>
              </a:rPr>
              <a:t>commerciale</a:t>
            </a:r>
            <a:r>
              <a:rPr sz="1904" b="1" i="1" spc="3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04" b="1" i="1" spc="-68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904">
              <a:latin typeface="Arial"/>
              <a:cs typeface="Arial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4A28ECDD-040B-8D96-B758-4E30D90389D8}"/>
              </a:ext>
            </a:extLst>
          </p:cNvPr>
          <p:cNvSpPr/>
          <p:nvPr/>
        </p:nvSpPr>
        <p:spPr>
          <a:xfrm>
            <a:off x="15154808" y="7028173"/>
            <a:ext cx="845590" cy="570060"/>
          </a:xfrm>
          <a:custGeom>
            <a:avLst/>
            <a:gdLst/>
            <a:ahLst/>
            <a:cxnLst/>
            <a:rect l="l" t="t" r="r" b="b"/>
            <a:pathLst>
              <a:path w="621665" h="419100">
                <a:moveTo>
                  <a:pt x="287147" y="138201"/>
                </a:moveTo>
                <a:lnTo>
                  <a:pt x="279831" y="94513"/>
                </a:lnTo>
                <a:lnTo>
                  <a:pt x="259448" y="56578"/>
                </a:lnTo>
                <a:lnTo>
                  <a:pt x="228371" y="26657"/>
                </a:lnTo>
                <a:lnTo>
                  <a:pt x="188950" y="7035"/>
                </a:lnTo>
                <a:lnTo>
                  <a:pt x="143573" y="0"/>
                </a:lnTo>
                <a:lnTo>
                  <a:pt x="98183" y="7035"/>
                </a:lnTo>
                <a:lnTo>
                  <a:pt x="58775" y="26657"/>
                </a:lnTo>
                <a:lnTo>
                  <a:pt x="27698" y="56578"/>
                </a:lnTo>
                <a:lnTo>
                  <a:pt x="7315" y="94513"/>
                </a:lnTo>
                <a:lnTo>
                  <a:pt x="0" y="138201"/>
                </a:lnTo>
                <a:lnTo>
                  <a:pt x="8864" y="186131"/>
                </a:lnTo>
                <a:lnTo>
                  <a:pt x="33362" y="226783"/>
                </a:lnTo>
                <a:lnTo>
                  <a:pt x="70294" y="257073"/>
                </a:lnTo>
                <a:lnTo>
                  <a:pt x="116484" y="273951"/>
                </a:lnTo>
                <a:lnTo>
                  <a:pt x="12903" y="373659"/>
                </a:lnTo>
                <a:lnTo>
                  <a:pt x="9867" y="381317"/>
                </a:lnTo>
                <a:lnTo>
                  <a:pt x="9867" y="396633"/>
                </a:lnTo>
                <a:lnTo>
                  <a:pt x="12903" y="404279"/>
                </a:lnTo>
                <a:lnTo>
                  <a:pt x="18973" y="410133"/>
                </a:lnTo>
                <a:lnTo>
                  <a:pt x="29260" y="416699"/>
                </a:lnTo>
                <a:lnTo>
                  <a:pt x="40944" y="418896"/>
                </a:lnTo>
                <a:lnTo>
                  <a:pt x="52641" y="416699"/>
                </a:lnTo>
                <a:lnTo>
                  <a:pt x="62928" y="410133"/>
                </a:lnTo>
                <a:lnTo>
                  <a:pt x="255663" y="224574"/>
                </a:lnTo>
                <a:lnTo>
                  <a:pt x="272580" y="198920"/>
                </a:lnTo>
                <a:lnTo>
                  <a:pt x="283362" y="169862"/>
                </a:lnTo>
                <a:lnTo>
                  <a:pt x="287147" y="138201"/>
                </a:lnTo>
                <a:close/>
              </a:path>
              <a:path w="621665" h="419100">
                <a:moveTo>
                  <a:pt x="621055" y="138201"/>
                </a:moveTo>
                <a:lnTo>
                  <a:pt x="613740" y="94513"/>
                </a:lnTo>
                <a:lnTo>
                  <a:pt x="593356" y="56578"/>
                </a:lnTo>
                <a:lnTo>
                  <a:pt x="562279" y="26657"/>
                </a:lnTo>
                <a:lnTo>
                  <a:pt x="522871" y="7035"/>
                </a:lnTo>
                <a:lnTo>
                  <a:pt x="477481" y="0"/>
                </a:lnTo>
                <a:lnTo>
                  <a:pt x="432104" y="7035"/>
                </a:lnTo>
                <a:lnTo>
                  <a:pt x="392696" y="26657"/>
                </a:lnTo>
                <a:lnTo>
                  <a:pt x="361607" y="56578"/>
                </a:lnTo>
                <a:lnTo>
                  <a:pt x="341236" y="94513"/>
                </a:lnTo>
                <a:lnTo>
                  <a:pt x="333908" y="138201"/>
                </a:lnTo>
                <a:lnTo>
                  <a:pt x="342785" y="186131"/>
                </a:lnTo>
                <a:lnTo>
                  <a:pt x="367271" y="226783"/>
                </a:lnTo>
                <a:lnTo>
                  <a:pt x="404202" y="257073"/>
                </a:lnTo>
                <a:lnTo>
                  <a:pt x="450392" y="273951"/>
                </a:lnTo>
                <a:lnTo>
                  <a:pt x="346811" y="373659"/>
                </a:lnTo>
                <a:lnTo>
                  <a:pt x="343776" y="381317"/>
                </a:lnTo>
                <a:lnTo>
                  <a:pt x="343776" y="396633"/>
                </a:lnTo>
                <a:lnTo>
                  <a:pt x="346811" y="404279"/>
                </a:lnTo>
                <a:lnTo>
                  <a:pt x="352882" y="410133"/>
                </a:lnTo>
                <a:lnTo>
                  <a:pt x="363169" y="416699"/>
                </a:lnTo>
                <a:lnTo>
                  <a:pt x="374865" y="418896"/>
                </a:lnTo>
                <a:lnTo>
                  <a:pt x="386562" y="416699"/>
                </a:lnTo>
                <a:lnTo>
                  <a:pt x="396836" y="410133"/>
                </a:lnTo>
                <a:lnTo>
                  <a:pt x="589572" y="224574"/>
                </a:lnTo>
                <a:lnTo>
                  <a:pt x="606488" y="198920"/>
                </a:lnTo>
                <a:lnTo>
                  <a:pt x="617270" y="169862"/>
                </a:lnTo>
                <a:lnTo>
                  <a:pt x="621055" y="1382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48"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C41FEFE7-6806-661A-B707-6AFA2DCF5030}"/>
              </a:ext>
            </a:extLst>
          </p:cNvPr>
          <p:cNvSpPr txBox="1"/>
          <p:nvPr/>
        </p:nvSpPr>
        <p:spPr>
          <a:xfrm>
            <a:off x="7771379" y="3427734"/>
            <a:ext cx="3650978" cy="3196029"/>
          </a:xfrm>
          <a:prstGeom prst="rect">
            <a:avLst/>
          </a:prstGeom>
          <a:solidFill>
            <a:srgbClr val="118643"/>
          </a:solidFill>
        </p:spPr>
        <p:txBody>
          <a:bodyPr vert="horz" wrap="square" lIns="0" tIns="3455" rIns="0" bIns="0" rtlCol="0">
            <a:spAutoFit/>
          </a:bodyPr>
          <a:lstStyle/>
          <a:p>
            <a:pPr marL="85509"/>
            <a:r>
              <a:rPr sz="3200" b="1" i="1">
                <a:solidFill>
                  <a:srgbClr val="FFFFFF"/>
                </a:solidFill>
                <a:latin typeface="Arial"/>
                <a:cs typeface="Arial"/>
              </a:rPr>
              <a:t>2021-</a:t>
            </a:r>
            <a:r>
              <a:rPr sz="3200" b="1" i="1" spc="68">
                <a:solidFill>
                  <a:srgbClr val="FFFFFF"/>
                </a:solidFill>
                <a:latin typeface="Arial"/>
                <a:cs typeface="Arial"/>
              </a:rPr>
              <a:t>2022</a:t>
            </a:r>
            <a:endParaRPr sz="3200">
              <a:latin typeface="Arial"/>
              <a:cs typeface="Arial"/>
            </a:endParaRPr>
          </a:p>
          <a:p>
            <a:pPr marL="396451" indent="-311805">
              <a:spcBef>
                <a:spcPts val="1802"/>
              </a:spcBef>
              <a:buChar char="•"/>
              <a:tabLst>
                <a:tab pos="396451" algn="l"/>
                <a:tab pos="397314" algn="l"/>
              </a:tabLst>
            </a:pP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Dématérialisation</a:t>
            </a:r>
            <a:r>
              <a:rPr sz="1400" spc="27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des</a:t>
            </a:r>
            <a:r>
              <a:rPr sz="1400" spc="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4">
                <a:solidFill>
                  <a:srgbClr val="FFFFFF"/>
                </a:solidFill>
                <a:latin typeface="Arial Black"/>
                <a:cs typeface="Arial Black"/>
              </a:rPr>
              <a:t>factures</a:t>
            </a:r>
            <a:endParaRPr sz="1400">
              <a:latin typeface="Arial Black"/>
              <a:cs typeface="Arial Black"/>
            </a:endParaRPr>
          </a:p>
          <a:p>
            <a:pPr marL="396451" marR="547603" indent="-311805">
              <a:lnSpc>
                <a:spcPct val="186100"/>
              </a:lnSpc>
              <a:buChar char="•"/>
              <a:tabLst>
                <a:tab pos="396451" algn="l"/>
                <a:tab pos="397314" algn="l"/>
              </a:tabLst>
            </a:pPr>
            <a:r>
              <a:rPr sz="1400" spc="-14">
                <a:solidFill>
                  <a:srgbClr val="FFFFFF"/>
                </a:solidFill>
                <a:latin typeface="Arial Black"/>
                <a:cs typeface="Arial Black"/>
              </a:rPr>
              <a:t>Dématérialisation</a:t>
            </a:r>
            <a:r>
              <a:rPr sz="1400" spc="4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des</a:t>
            </a:r>
            <a:r>
              <a:rPr sz="1400" spc="442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contrats</a:t>
            </a:r>
            <a:r>
              <a:rPr sz="1400" spc="442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et</a:t>
            </a:r>
            <a:r>
              <a:rPr sz="1400" spc="442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des </a:t>
            </a:r>
            <a:r>
              <a:rPr sz="1400" spc="-14">
                <a:solidFill>
                  <a:srgbClr val="FFFFFF"/>
                </a:solidFill>
                <a:latin typeface="Arial Black"/>
                <a:cs typeface="Arial Black"/>
              </a:rPr>
              <a:t>offres</a:t>
            </a:r>
            <a:endParaRPr sz="1400">
              <a:latin typeface="Arial Black"/>
              <a:cs typeface="Arial Black"/>
            </a:endParaRPr>
          </a:p>
          <a:p>
            <a:pPr marL="396451" indent="-311805">
              <a:spcBef>
                <a:spcPts val="979"/>
              </a:spcBef>
              <a:buChar char="•"/>
              <a:tabLst>
                <a:tab pos="396451" algn="l"/>
                <a:tab pos="397314" algn="l"/>
              </a:tabLst>
            </a:pPr>
            <a:r>
              <a:rPr sz="1400" spc="-41">
                <a:solidFill>
                  <a:srgbClr val="FFFFFF"/>
                </a:solidFill>
                <a:latin typeface="Arial Black"/>
                <a:cs typeface="Arial Black"/>
              </a:rPr>
              <a:t>Mise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41">
                <a:solidFill>
                  <a:srgbClr val="FFFFFF"/>
                </a:solidFill>
                <a:latin typeface="Arial Black"/>
                <a:cs typeface="Arial Black"/>
              </a:rPr>
              <a:t>place</a:t>
            </a: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4">
                <a:solidFill>
                  <a:srgbClr val="FFFFFF"/>
                </a:solidFill>
                <a:latin typeface="Arial Black"/>
                <a:cs typeface="Arial Black"/>
              </a:rPr>
              <a:t>vaisselle</a:t>
            </a:r>
            <a:r>
              <a:rPr sz="1400" spc="-41">
                <a:solidFill>
                  <a:srgbClr val="FFFFFF"/>
                </a:solidFill>
                <a:latin typeface="Arial Black"/>
                <a:cs typeface="Arial Black"/>
              </a:rPr>
              <a:t> éco-</a:t>
            </a:r>
            <a:r>
              <a:rPr sz="1400" spc="-14">
                <a:solidFill>
                  <a:srgbClr val="FFFFFF"/>
                </a:solidFill>
                <a:latin typeface="Arial Black"/>
                <a:cs typeface="Arial Black"/>
              </a:rPr>
              <a:t>responsable.</a:t>
            </a:r>
            <a:endParaRPr sz="1400">
              <a:latin typeface="Arial Black"/>
              <a:cs typeface="Arial Black"/>
            </a:endParaRPr>
          </a:p>
          <a:p>
            <a:pPr marL="396451" indent="-311805">
              <a:spcBef>
                <a:spcPts val="986"/>
              </a:spcBef>
              <a:buChar char="•"/>
              <a:tabLst>
                <a:tab pos="396451" algn="l"/>
                <a:tab pos="397314" algn="l"/>
              </a:tabLst>
            </a:pPr>
            <a:r>
              <a:rPr sz="1400" spc="-48">
                <a:solidFill>
                  <a:srgbClr val="FFFFFF"/>
                </a:solidFill>
                <a:latin typeface="Arial Black"/>
                <a:cs typeface="Arial Black"/>
              </a:rPr>
              <a:t>Passage</a:t>
            </a:r>
            <a:r>
              <a:rPr sz="1400" spc="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4">
                <a:solidFill>
                  <a:srgbClr val="FFFFFF"/>
                </a:solidFill>
                <a:latin typeface="Arial Black"/>
                <a:cs typeface="Arial Black"/>
              </a:rPr>
              <a:t>à</a:t>
            </a:r>
            <a:r>
              <a:rPr sz="1400" spc="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4" err="1">
                <a:solidFill>
                  <a:srgbClr val="FFFFFF"/>
                </a:solidFill>
                <a:latin typeface="Arial Black"/>
                <a:cs typeface="Arial Black"/>
              </a:rPr>
              <a:t>l’éléctricité</a:t>
            </a:r>
            <a:r>
              <a:rPr sz="1400" spc="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27" err="1">
                <a:solidFill>
                  <a:srgbClr val="FFFFFF"/>
                </a:solidFill>
                <a:latin typeface="Arial Black"/>
                <a:cs typeface="Arial Black"/>
              </a:rPr>
              <a:t>verte</a:t>
            </a:r>
            <a:endParaRPr lang="fr-FR" sz="1400" spc="-27">
              <a:solidFill>
                <a:srgbClr val="FFFFFF"/>
              </a:solidFill>
              <a:latin typeface="Arial Black"/>
              <a:cs typeface="Arial Black"/>
            </a:endParaRPr>
          </a:p>
          <a:p>
            <a:pPr marL="84646">
              <a:spcBef>
                <a:spcPts val="986"/>
              </a:spcBef>
              <a:tabLst>
                <a:tab pos="396451" algn="l"/>
                <a:tab pos="397314" algn="l"/>
              </a:tabLst>
            </a:pPr>
            <a:endParaRPr lang="fr-FR" sz="952" spc="-27">
              <a:solidFill>
                <a:srgbClr val="FFFFFF"/>
              </a:solidFill>
              <a:latin typeface="Arial Black"/>
              <a:cs typeface="Arial Black"/>
            </a:endParaRPr>
          </a:p>
          <a:p>
            <a:pPr marL="396451" indent="-311805">
              <a:spcBef>
                <a:spcPts val="986"/>
              </a:spcBef>
              <a:buChar char="•"/>
              <a:tabLst>
                <a:tab pos="396451" algn="l"/>
                <a:tab pos="397314" algn="l"/>
              </a:tabLst>
            </a:pPr>
            <a:endParaRPr lang="fr-FR" sz="952" spc="-27">
              <a:solidFill>
                <a:srgbClr val="FFFFFF"/>
              </a:solidFill>
              <a:latin typeface="Arial Black"/>
              <a:cs typeface="Arial Black"/>
            </a:endParaRPr>
          </a:p>
        </p:txBody>
      </p:sp>
      <p:pic>
        <p:nvPicPr>
          <p:cNvPr id="24" name="object 13">
            <a:extLst>
              <a:ext uri="{FF2B5EF4-FFF2-40B4-BE49-F238E27FC236}">
                <a16:creationId xmlns:a16="http://schemas.microsoft.com/office/drawing/2014/main" id="{711260AE-C590-A533-B4F3-A4796484D4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653" y="6501488"/>
            <a:ext cx="2970671" cy="3580532"/>
          </a:xfrm>
          <a:prstGeom prst="rect">
            <a:avLst/>
          </a:prstGeom>
        </p:spPr>
      </p:pic>
      <p:grpSp>
        <p:nvGrpSpPr>
          <p:cNvPr id="25" name="object 14">
            <a:extLst>
              <a:ext uri="{FF2B5EF4-FFF2-40B4-BE49-F238E27FC236}">
                <a16:creationId xmlns:a16="http://schemas.microsoft.com/office/drawing/2014/main" id="{B7D6EA41-A3A6-44A3-36C0-05E9BDA1B4E9}"/>
              </a:ext>
            </a:extLst>
          </p:cNvPr>
          <p:cNvGrpSpPr/>
          <p:nvPr/>
        </p:nvGrpSpPr>
        <p:grpSpPr>
          <a:xfrm>
            <a:off x="11422357" y="3446292"/>
            <a:ext cx="4121422" cy="3177472"/>
            <a:chOff x="8030621" y="1881273"/>
            <a:chExt cx="2364740" cy="1820545"/>
          </a:xfrm>
        </p:grpSpPr>
        <p:pic>
          <p:nvPicPr>
            <p:cNvPr id="26" name="object 15">
              <a:extLst>
                <a:ext uri="{FF2B5EF4-FFF2-40B4-BE49-F238E27FC236}">
                  <a16:creationId xmlns:a16="http://schemas.microsoft.com/office/drawing/2014/main" id="{EA6C9316-0DD2-A636-F46C-E733C9873F5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0629" y="1881276"/>
              <a:ext cx="2364511" cy="1820006"/>
            </a:xfrm>
            <a:prstGeom prst="rect">
              <a:avLst/>
            </a:prstGeom>
          </p:spPr>
        </p:pic>
        <p:sp>
          <p:nvSpPr>
            <p:cNvPr id="27" name="object 16">
              <a:extLst>
                <a:ext uri="{FF2B5EF4-FFF2-40B4-BE49-F238E27FC236}">
                  <a16:creationId xmlns:a16="http://schemas.microsoft.com/office/drawing/2014/main" id="{82870C42-1038-251C-E61B-7E00360FE93B}"/>
                </a:ext>
              </a:extLst>
            </p:cNvPr>
            <p:cNvSpPr/>
            <p:nvPr/>
          </p:nvSpPr>
          <p:spPr>
            <a:xfrm>
              <a:off x="8030621" y="1881273"/>
              <a:ext cx="2364740" cy="1820545"/>
            </a:xfrm>
            <a:custGeom>
              <a:avLst/>
              <a:gdLst/>
              <a:ahLst/>
              <a:cxnLst/>
              <a:rect l="l" t="t" r="r" b="b"/>
              <a:pathLst>
                <a:path w="2364740" h="1820545">
                  <a:moveTo>
                    <a:pt x="1801990" y="0"/>
                  </a:moveTo>
                  <a:lnTo>
                    <a:pt x="0" y="0"/>
                  </a:lnTo>
                  <a:lnTo>
                    <a:pt x="0" y="1820011"/>
                  </a:lnTo>
                  <a:lnTo>
                    <a:pt x="2252586" y="1820011"/>
                  </a:lnTo>
                  <a:lnTo>
                    <a:pt x="2296158" y="1811215"/>
                  </a:lnTo>
                  <a:lnTo>
                    <a:pt x="2331739" y="1787226"/>
                  </a:lnTo>
                  <a:lnTo>
                    <a:pt x="2355727" y="1751645"/>
                  </a:lnTo>
                  <a:lnTo>
                    <a:pt x="2364524" y="1708073"/>
                  </a:lnTo>
                  <a:lnTo>
                    <a:pt x="2364524" y="490562"/>
                  </a:lnTo>
                  <a:lnTo>
                    <a:pt x="2354051" y="443293"/>
                  </a:lnTo>
                  <a:lnTo>
                    <a:pt x="2324595" y="404863"/>
                  </a:lnTo>
                  <a:lnTo>
                    <a:pt x="1873999" y="26238"/>
                  </a:lnTo>
                  <a:lnTo>
                    <a:pt x="1840309" y="6765"/>
                  </a:lnTo>
                  <a:lnTo>
                    <a:pt x="1801990" y="0"/>
                  </a:lnTo>
                  <a:close/>
                </a:path>
              </a:pathLst>
            </a:custGeom>
            <a:solidFill>
              <a:srgbClr val="006B3F">
                <a:alpha val="52999"/>
              </a:srgbClr>
            </a:solidFill>
          </p:spPr>
          <p:txBody>
            <a:bodyPr wrap="square" lIns="0" tIns="0" rIns="0" bIns="0" rtlCol="0"/>
            <a:lstStyle/>
            <a:p>
              <a:endParaRPr sz="2448"/>
            </a:p>
          </p:txBody>
        </p:sp>
      </p:grpSp>
      <p:sp>
        <p:nvSpPr>
          <p:cNvPr id="28" name="object 17">
            <a:extLst>
              <a:ext uri="{FF2B5EF4-FFF2-40B4-BE49-F238E27FC236}">
                <a16:creationId xmlns:a16="http://schemas.microsoft.com/office/drawing/2014/main" id="{34E79556-A156-F14B-19EA-1A0150332520}"/>
              </a:ext>
            </a:extLst>
          </p:cNvPr>
          <p:cNvSpPr txBox="1"/>
          <p:nvPr/>
        </p:nvSpPr>
        <p:spPr>
          <a:xfrm>
            <a:off x="11735128" y="3496866"/>
            <a:ext cx="3419680" cy="2441287"/>
          </a:xfrm>
          <a:prstGeom prst="rect">
            <a:avLst/>
          </a:prstGeom>
        </p:spPr>
        <p:txBody>
          <a:bodyPr vert="horz" wrap="square" lIns="0" tIns="22457" rIns="0" bIns="0" rtlCol="0">
            <a:spAutoFit/>
          </a:bodyPr>
          <a:lstStyle/>
          <a:p>
            <a:pPr marL="248753">
              <a:spcBef>
                <a:spcPts val="177"/>
              </a:spcBef>
            </a:pPr>
            <a:r>
              <a:rPr sz="3600" b="1" i="1" spc="68">
                <a:solidFill>
                  <a:srgbClr val="FFFFFF"/>
                </a:solidFill>
                <a:latin typeface="Arial"/>
                <a:cs typeface="Arial"/>
              </a:rPr>
              <a:t>2023</a:t>
            </a:r>
            <a:endParaRPr sz="3600">
              <a:latin typeface="Arial"/>
              <a:cs typeface="Arial"/>
            </a:endParaRPr>
          </a:p>
          <a:p>
            <a:pPr marL="327353" indent="-310942">
              <a:spcBef>
                <a:spcPts val="1727"/>
              </a:spcBef>
              <a:buChar char="•"/>
              <a:tabLst>
                <a:tab pos="327353" algn="l"/>
                <a:tab pos="328216" algn="l"/>
              </a:tabLst>
            </a:pPr>
            <a:r>
              <a:rPr spc="-68">
                <a:solidFill>
                  <a:srgbClr val="FFFFFF"/>
                </a:solidFill>
                <a:latin typeface="Arial Black"/>
                <a:cs typeface="Arial Black"/>
              </a:rPr>
              <a:t>Tri</a:t>
            </a:r>
            <a:r>
              <a:rPr spc="-48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pc="-14">
                <a:solidFill>
                  <a:srgbClr val="FFFFFF"/>
                </a:solidFill>
                <a:latin typeface="Arial Black"/>
                <a:cs typeface="Arial Black"/>
              </a:rPr>
              <a:t>des</a:t>
            </a:r>
            <a:r>
              <a:rPr spc="-41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pc="-14">
                <a:solidFill>
                  <a:srgbClr val="FFFFFF"/>
                </a:solidFill>
                <a:latin typeface="Arial Black"/>
                <a:cs typeface="Arial Black"/>
              </a:rPr>
              <a:t>déchets</a:t>
            </a:r>
            <a:endParaRPr>
              <a:latin typeface="Arial Black"/>
              <a:cs typeface="Arial Black"/>
            </a:endParaRPr>
          </a:p>
          <a:p>
            <a:pPr marL="327353" indent="-310942">
              <a:spcBef>
                <a:spcPts val="966"/>
              </a:spcBef>
              <a:buChar char="•"/>
              <a:tabLst>
                <a:tab pos="327353" algn="l"/>
                <a:tab pos="329080" algn="l"/>
              </a:tabLst>
            </a:pPr>
            <a:r>
              <a:rPr sz="1600" spc="-41">
                <a:solidFill>
                  <a:srgbClr val="FFFFFF"/>
                </a:solidFill>
                <a:latin typeface="Arial Black"/>
                <a:cs typeface="Arial Black"/>
              </a:rPr>
              <a:t>Utilisation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27">
                <a:solidFill>
                  <a:srgbClr val="FFFFFF"/>
                </a:solidFill>
                <a:latin typeface="Arial Black"/>
                <a:cs typeface="Arial Black"/>
              </a:rPr>
              <a:t>papier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95">
                <a:solidFill>
                  <a:srgbClr val="FFFFFF"/>
                </a:solidFill>
                <a:latin typeface="Arial Black"/>
                <a:cs typeface="Arial Black"/>
              </a:rPr>
              <a:t>100%</a:t>
            </a:r>
            <a:r>
              <a:rPr sz="1600" spc="-7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34">
                <a:solidFill>
                  <a:srgbClr val="FFFFFF"/>
                </a:solidFill>
                <a:latin typeface="Arial Black"/>
                <a:cs typeface="Arial Black"/>
              </a:rPr>
              <a:t>recyclé</a:t>
            </a:r>
            <a:endParaRPr sz="1600">
              <a:latin typeface="Arial Black"/>
              <a:cs typeface="Arial Black"/>
            </a:endParaRPr>
          </a:p>
          <a:p>
            <a:pPr marL="327353" indent="-310942">
              <a:spcBef>
                <a:spcPts val="986"/>
              </a:spcBef>
              <a:buChar char="•"/>
              <a:tabLst>
                <a:tab pos="327353" algn="l"/>
                <a:tab pos="329080" algn="l"/>
              </a:tabLst>
            </a:pPr>
            <a:r>
              <a:rPr sz="1600" spc="-41">
                <a:solidFill>
                  <a:srgbClr val="FFFFFF"/>
                </a:solidFill>
                <a:latin typeface="Arial Black"/>
                <a:cs typeface="Arial Black"/>
              </a:rPr>
              <a:t>Sensibilisation</a:t>
            </a:r>
            <a:r>
              <a:rPr sz="16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54">
                <a:solidFill>
                  <a:srgbClr val="FFFFFF"/>
                </a:solidFill>
                <a:latin typeface="Arial Black"/>
                <a:cs typeface="Arial Black"/>
              </a:rPr>
              <a:t>à</a:t>
            </a:r>
            <a:r>
              <a:rPr sz="16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l’écologie</a:t>
            </a:r>
            <a:endParaRPr sz="1600">
              <a:latin typeface="Arial Black"/>
              <a:cs typeface="Arial Black"/>
            </a:endParaRPr>
          </a:p>
          <a:p>
            <a:pPr marL="327353" indent="-310942">
              <a:spcBef>
                <a:spcPts val="986"/>
              </a:spcBef>
              <a:buChar char="•"/>
              <a:tabLst>
                <a:tab pos="327353" algn="l"/>
                <a:tab pos="329080" algn="l"/>
              </a:tabLst>
            </a:pPr>
            <a:r>
              <a:rPr sz="1600" spc="-34">
                <a:solidFill>
                  <a:srgbClr val="FFFFFF"/>
                </a:solidFill>
                <a:latin typeface="Arial Black"/>
                <a:cs typeface="Arial Black"/>
              </a:rPr>
              <a:t>Partenariat </a:t>
            </a:r>
            <a:r>
              <a:rPr sz="160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600" spc="-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reforestation</a:t>
            </a:r>
            <a:endParaRPr sz="1600">
              <a:latin typeface="Arial Black"/>
              <a:cs typeface="Arial Black"/>
            </a:endParaRPr>
          </a:p>
        </p:txBody>
      </p:sp>
      <p:grpSp>
        <p:nvGrpSpPr>
          <p:cNvPr id="29" name="object 18">
            <a:extLst>
              <a:ext uri="{FF2B5EF4-FFF2-40B4-BE49-F238E27FC236}">
                <a16:creationId xmlns:a16="http://schemas.microsoft.com/office/drawing/2014/main" id="{EA01D3EF-8B2E-6CA4-9CD4-A6E3B3BA7280}"/>
              </a:ext>
            </a:extLst>
          </p:cNvPr>
          <p:cNvGrpSpPr/>
          <p:nvPr/>
        </p:nvGrpSpPr>
        <p:grpSpPr>
          <a:xfrm>
            <a:off x="3855625" y="3414905"/>
            <a:ext cx="3915771" cy="3215851"/>
            <a:chOff x="2989460" y="1881270"/>
            <a:chExt cx="2369820" cy="1820545"/>
          </a:xfrm>
        </p:grpSpPr>
        <p:pic>
          <p:nvPicPr>
            <p:cNvPr id="30" name="object 19">
              <a:extLst>
                <a:ext uri="{FF2B5EF4-FFF2-40B4-BE49-F238E27FC236}">
                  <a16:creationId xmlns:a16="http://schemas.microsoft.com/office/drawing/2014/main" id="{BAC26D82-44FD-4EE9-CB53-EDA5496F05B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9465" y="1883928"/>
              <a:ext cx="2369197" cy="1817354"/>
            </a:xfrm>
            <a:prstGeom prst="rect">
              <a:avLst/>
            </a:prstGeom>
          </p:spPr>
        </p:pic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5FBB89CC-4BFD-281B-FFEF-98431A04572E}"/>
                </a:ext>
              </a:extLst>
            </p:cNvPr>
            <p:cNvSpPr/>
            <p:nvPr/>
          </p:nvSpPr>
          <p:spPr>
            <a:xfrm>
              <a:off x="2989460" y="1881270"/>
              <a:ext cx="2369820" cy="1820545"/>
            </a:xfrm>
            <a:custGeom>
              <a:avLst/>
              <a:gdLst/>
              <a:ahLst/>
              <a:cxnLst/>
              <a:rect l="l" t="t" r="r" b="b"/>
              <a:pathLst>
                <a:path w="2369820" h="1820545">
                  <a:moveTo>
                    <a:pt x="2369197" y="0"/>
                  </a:moveTo>
                  <a:lnTo>
                    <a:pt x="153212" y="0"/>
                  </a:lnTo>
                  <a:lnTo>
                    <a:pt x="104789" y="7810"/>
                  </a:lnTo>
                  <a:lnTo>
                    <a:pt x="62731" y="29560"/>
                  </a:lnTo>
                  <a:lnTo>
                    <a:pt x="29563" y="62726"/>
                  </a:lnTo>
                  <a:lnTo>
                    <a:pt x="7811" y="104784"/>
                  </a:lnTo>
                  <a:lnTo>
                    <a:pt x="0" y="153212"/>
                  </a:lnTo>
                  <a:lnTo>
                    <a:pt x="0" y="1666798"/>
                  </a:lnTo>
                  <a:lnTo>
                    <a:pt x="7811" y="1715227"/>
                  </a:lnTo>
                  <a:lnTo>
                    <a:pt x="29563" y="1757285"/>
                  </a:lnTo>
                  <a:lnTo>
                    <a:pt x="62731" y="1790451"/>
                  </a:lnTo>
                  <a:lnTo>
                    <a:pt x="104789" y="1812200"/>
                  </a:lnTo>
                  <a:lnTo>
                    <a:pt x="153212" y="1820011"/>
                  </a:lnTo>
                  <a:lnTo>
                    <a:pt x="2369197" y="1820011"/>
                  </a:lnTo>
                  <a:lnTo>
                    <a:pt x="2369197" y="0"/>
                  </a:lnTo>
                  <a:close/>
                </a:path>
              </a:pathLst>
            </a:custGeom>
            <a:solidFill>
              <a:srgbClr val="309854">
                <a:alpha val="52999"/>
              </a:srgbClr>
            </a:solidFill>
          </p:spPr>
          <p:txBody>
            <a:bodyPr wrap="square" lIns="0" tIns="0" rIns="0" bIns="0" rtlCol="0"/>
            <a:lstStyle/>
            <a:p>
              <a:endParaRPr sz="2448"/>
            </a:p>
          </p:txBody>
        </p:sp>
      </p:grpSp>
      <p:sp>
        <p:nvSpPr>
          <p:cNvPr id="32" name="object 21">
            <a:extLst>
              <a:ext uri="{FF2B5EF4-FFF2-40B4-BE49-F238E27FC236}">
                <a16:creationId xmlns:a16="http://schemas.microsoft.com/office/drawing/2014/main" id="{30113F7F-7BEC-138B-16C6-BC4C79136092}"/>
              </a:ext>
            </a:extLst>
          </p:cNvPr>
          <p:cNvSpPr txBox="1"/>
          <p:nvPr/>
        </p:nvSpPr>
        <p:spPr>
          <a:xfrm>
            <a:off x="4083668" y="3376902"/>
            <a:ext cx="3701669" cy="2142616"/>
          </a:xfrm>
          <a:prstGeom prst="rect">
            <a:avLst/>
          </a:prstGeom>
        </p:spPr>
        <p:txBody>
          <a:bodyPr vert="horz" wrap="square" lIns="0" tIns="22457" rIns="0" bIns="0" rtlCol="0">
            <a:spAutoFit/>
          </a:bodyPr>
          <a:lstStyle/>
          <a:p>
            <a:pPr marL="234934">
              <a:spcBef>
                <a:spcPts val="177"/>
              </a:spcBef>
            </a:pPr>
            <a:r>
              <a:rPr sz="3600" b="1" i="1" spc="102">
                <a:solidFill>
                  <a:srgbClr val="FFFFFF"/>
                </a:solidFill>
                <a:latin typeface="Arial"/>
                <a:cs typeface="Arial"/>
              </a:rPr>
              <a:t>2020</a:t>
            </a:r>
            <a:endParaRPr sz="3600">
              <a:latin typeface="Arial"/>
              <a:cs typeface="Arial"/>
            </a:endParaRPr>
          </a:p>
          <a:p>
            <a:pPr marL="327353" indent="-310942">
              <a:spcBef>
                <a:spcPts val="1748"/>
              </a:spcBef>
              <a:buChar char="•"/>
              <a:tabLst>
                <a:tab pos="327353" algn="l"/>
                <a:tab pos="329080" algn="l"/>
              </a:tabLst>
            </a:pPr>
            <a:r>
              <a:rPr sz="1600" spc="-34">
                <a:solidFill>
                  <a:srgbClr val="FFFFFF"/>
                </a:solidFill>
                <a:latin typeface="Arial Black"/>
                <a:cs typeface="Arial Black"/>
              </a:rPr>
              <a:t>Suppression</a:t>
            </a:r>
            <a:r>
              <a:rPr sz="1600" spc="-27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60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34">
                <a:solidFill>
                  <a:srgbClr val="FFFFFF"/>
                </a:solidFill>
                <a:latin typeface="Arial Black"/>
                <a:cs typeface="Arial Black"/>
              </a:rPr>
              <a:t>bouteilles</a:t>
            </a:r>
            <a:r>
              <a:rPr sz="160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sz="160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plastique</a:t>
            </a:r>
            <a:endParaRPr sz="1600">
              <a:latin typeface="Arial Black"/>
              <a:cs typeface="Arial Black"/>
            </a:endParaRPr>
          </a:p>
          <a:p>
            <a:pPr marL="327353" marR="6910" indent="-310942">
              <a:lnSpc>
                <a:spcPct val="186100"/>
              </a:lnSpc>
              <a:buChar char="•"/>
              <a:tabLst>
                <a:tab pos="327353" algn="l"/>
                <a:tab pos="329080" algn="l"/>
                <a:tab pos="1867378" algn="l"/>
                <a:tab pos="2356247" algn="l"/>
              </a:tabLst>
            </a:pP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Reconditionnement</a:t>
            </a:r>
            <a:r>
              <a:rPr sz="16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1600" spc="-34">
                <a:solidFill>
                  <a:srgbClr val="FFFFFF"/>
                </a:solidFill>
                <a:latin typeface="Arial Black"/>
                <a:cs typeface="Arial Black"/>
              </a:rPr>
              <a:t>des</a:t>
            </a:r>
            <a:r>
              <a:rPr sz="16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1600" spc="-14">
                <a:solidFill>
                  <a:srgbClr val="FFFFFF"/>
                </a:solidFill>
                <a:latin typeface="Arial Black"/>
                <a:cs typeface="Arial Black"/>
              </a:rPr>
              <a:t>photo- copieurs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B065A8E7-BD5D-7A2C-2E21-682675EBD3C1}"/>
              </a:ext>
            </a:extLst>
          </p:cNvPr>
          <p:cNvSpPr txBox="1"/>
          <p:nvPr/>
        </p:nvSpPr>
        <p:spPr>
          <a:xfrm>
            <a:off x="4142189" y="5674761"/>
            <a:ext cx="3559581" cy="793759"/>
          </a:xfrm>
          <a:prstGeom prst="rect">
            <a:avLst/>
          </a:prstGeom>
        </p:spPr>
        <p:txBody>
          <a:bodyPr vert="horz" wrap="square" lIns="0" tIns="19002" rIns="0" bIns="0" rtlCol="0">
            <a:spAutoFit/>
          </a:bodyPr>
          <a:lstStyle/>
          <a:p>
            <a:pPr marL="327353" indent="-310942">
              <a:spcBef>
                <a:spcPts val="150"/>
              </a:spcBef>
              <a:buChar char="•"/>
              <a:tabLst>
                <a:tab pos="327353" algn="l"/>
                <a:tab pos="329080" algn="l"/>
              </a:tabLst>
            </a:pPr>
            <a:r>
              <a:rPr sz="1400" spc="-41">
                <a:solidFill>
                  <a:srgbClr val="FFFFFF"/>
                </a:solidFill>
                <a:latin typeface="Arial Black"/>
                <a:cs typeface="Arial Black"/>
              </a:rPr>
              <a:t>Mise</a:t>
            </a:r>
            <a:r>
              <a:rPr sz="1400" spc="-48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en</a:t>
            </a:r>
            <a:r>
              <a:rPr sz="1400" spc="-41">
                <a:solidFill>
                  <a:srgbClr val="FFFFFF"/>
                </a:solidFill>
                <a:latin typeface="Arial Black"/>
                <a:cs typeface="Arial Black"/>
              </a:rPr>
              <a:t> place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1">
                <a:solidFill>
                  <a:srgbClr val="FFFFFF"/>
                </a:solidFill>
                <a:latin typeface="Arial Black"/>
                <a:cs typeface="Arial Black"/>
              </a:rPr>
              <a:t> véhicules </a:t>
            </a:r>
            <a:r>
              <a:rPr sz="1400" spc="-14">
                <a:solidFill>
                  <a:srgbClr val="FFFFFF"/>
                </a:solidFill>
                <a:latin typeface="Arial Black"/>
                <a:cs typeface="Arial Black"/>
              </a:rPr>
              <a:t>hybrides</a:t>
            </a:r>
            <a:endParaRPr sz="1400">
              <a:latin typeface="Arial Black"/>
              <a:cs typeface="Arial Black"/>
            </a:endParaRPr>
          </a:p>
          <a:p>
            <a:pPr marL="327353" indent="-310942">
              <a:spcBef>
                <a:spcPts val="986"/>
              </a:spcBef>
              <a:buChar char="•"/>
              <a:tabLst>
                <a:tab pos="327353" algn="l"/>
                <a:tab pos="329080" algn="l"/>
              </a:tabLst>
            </a:pPr>
            <a:r>
              <a:rPr sz="1400" spc="-54">
                <a:solidFill>
                  <a:srgbClr val="FFFFFF"/>
                </a:solidFill>
                <a:latin typeface="Arial Black"/>
                <a:cs typeface="Arial Black"/>
              </a:rPr>
              <a:t>Recyclages</a:t>
            </a:r>
            <a:r>
              <a:rPr sz="1400" spc="-34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27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4">
                <a:solidFill>
                  <a:srgbClr val="FFFFFF"/>
                </a:solidFill>
                <a:latin typeface="Arial Black"/>
                <a:cs typeface="Arial Black"/>
              </a:rPr>
              <a:t>tonners</a:t>
            </a:r>
            <a:endParaRPr sz="1400">
              <a:latin typeface="Arial Black"/>
              <a:cs typeface="Arial Black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F2969ADD-00AE-BE4C-524D-69FE970FA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849" y="636124"/>
            <a:ext cx="1495033" cy="41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ee2bc7-17cf-4f11-b068-1f0338edc318" xsi:nil="true"/>
    <lcf76f155ced4ddcb4097134ff3c332f xmlns="e1504883-0506-4411-b681-6abe3cb501d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7894C5C1BAD49AC482B507C809032" ma:contentTypeVersion="10" ma:contentTypeDescription="Crée un document." ma:contentTypeScope="" ma:versionID="29e7a999773aae6369614e051fd97c77">
  <xsd:schema xmlns:xsd="http://www.w3.org/2001/XMLSchema" xmlns:xs="http://www.w3.org/2001/XMLSchema" xmlns:p="http://schemas.microsoft.com/office/2006/metadata/properties" xmlns:ns2="e1504883-0506-4411-b681-6abe3cb501df" xmlns:ns3="a8ee2bc7-17cf-4f11-b068-1f0338edc318" targetNamespace="http://schemas.microsoft.com/office/2006/metadata/properties" ma:root="true" ma:fieldsID="4d4305b9eecd9ead4ef3ab7232b58bc6" ns2:_="" ns3:_="">
    <xsd:import namespace="e1504883-0506-4411-b681-6abe3cb501df"/>
    <xsd:import namespace="a8ee2bc7-17cf-4f11-b068-1f0338edc3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04883-0506-4411-b681-6abe3cb50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f9c7c25f-9ca6-4bcd-8883-d67dffae79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e2bc7-17cf-4f11-b068-1f0338edc3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333dfb-82bb-4497-b20a-c7a387482b6b}" ma:internalName="TaxCatchAll" ma:showField="CatchAllData" ma:web="a8ee2bc7-17cf-4f11-b068-1f0338edc3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6B41A0-A4CB-4D80-A10A-20AA8554E2C7}">
  <ds:schemaRefs>
    <ds:schemaRef ds:uri="a8ee2bc7-17cf-4f11-b068-1f0338edc318"/>
    <ds:schemaRef ds:uri="e1504883-0506-4411-b681-6abe3cb501d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A79394-55EC-4869-8528-7A92511F13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725373-937E-48FE-979E-8204E140BFE4}">
  <ds:schemaRefs>
    <ds:schemaRef ds:uri="a8ee2bc7-17cf-4f11-b068-1f0338edc318"/>
    <ds:schemaRef ds:uri="e1504883-0506-4411-b681-6abe3cb501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3432</Words>
  <Application>Microsoft Office PowerPoint</Application>
  <PresentationFormat>Personnalisé</PresentationFormat>
  <Paragraphs>725</Paragraphs>
  <Slides>42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53" baseType="lpstr">
      <vt:lpstr>Arimo</vt:lpstr>
      <vt:lpstr>Verdana</vt:lpstr>
      <vt:lpstr>Aldhabi</vt:lpstr>
      <vt:lpstr>Arial</vt:lpstr>
      <vt:lpstr>Noto Sans</vt:lpstr>
      <vt:lpstr>Arial Black</vt:lpstr>
      <vt:lpstr>Arimo Bold</vt:lpstr>
      <vt:lpstr>Calibri</vt:lpstr>
      <vt:lpstr>Noto Sans Italics</vt:lpstr>
      <vt:lpstr>Noto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offre télécom</dc:title>
  <dc:creator>Lea Ferat</dc:creator>
  <cp:lastModifiedBy>Betty DIOP</cp:lastModifiedBy>
  <cp:revision>1</cp:revision>
  <dcterms:created xsi:type="dcterms:W3CDTF">2006-08-16T00:00:00Z</dcterms:created>
  <dcterms:modified xsi:type="dcterms:W3CDTF">2026-09-07T14:27:19Z</dcterms:modified>
  <dc:identifier>DAE1zl7NZ4Q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0x010100ABE7894C5C1BAD49AC482B507C809032</vt:lpwstr>
  </property>
  <property fmtid="{D5CDD505-2E9C-101B-9397-08002B2CF9AE}" pid="3" name="MediaServiceImageTags">
    <vt:lpwstr/>
  </property>
</Properties>
</file>